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63" r:id="rId4"/>
    <p:sldId id="321" r:id="rId5"/>
    <p:sldId id="324" r:id="rId6"/>
    <p:sldId id="322" r:id="rId7"/>
    <p:sldId id="334" r:id="rId8"/>
    <p:sldId id="335" r:id="rId9"/>
    <p:sldId id="353" r:id="rId10"/>
    <p:sldId id="354" r:id="rId11"/>
    <p:sldId id="359" r:id="rId12"/>
    <p:sldId id="360" r:id="rId13"/>
    <p:sldId id="361" r:id="rId14"/>
    <p:sldId id="362" r:id="rId15"/>
    <p:sldId id="355" r:id="rId16"/>
    <p:sldId id="356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7" r:id="rId35"/>
    <p:sldId id="358" r:id="rId36"/>
    <p:sldId id="268" r:id="rId3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Karla" panose="020B0604020202020204" charset="0"/>
      <p:regular r:id="rId44"/>
    </p:embeddedFont>
    <p:embeddedFont>
      <p:font typeface="Rajdhani" panose="020B0604020202020204" charset="0"/>
      <p:regular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5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1511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8aa5f3edd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8aa5f3edd5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93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760f4421e2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760f4421e2_0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829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6d13202ad6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6d13202ad6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999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87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6d13202ad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6d13202ad6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76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6d13202ad6_1_32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6d13202ad6_1_32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850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8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87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8aa5f3edd5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8aa5f3edd5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144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6d13202ad6_1_32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6d13202ad6_1_32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390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8aaadf622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8aaadf622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239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6d136aaa59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6d136aaa59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739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80c1024676_12_3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80c1024676_12_3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187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6d13202ad6_1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6d13202ad6_1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407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521900" y="1195625"/>
            <a:ext cx="4103100" cy="23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398400" y="3484345"/>
            <a:ext cx="2350200" cy="5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983209" y="2049387"/>
            <a:ext cx="316605" cy="590201"/>
            <a:chOff x="7975075" y="2414425"/>
            <a:chExt cx="340142" cy="634080"/>
          </a:xfrm>
        </p:grpSpPr>
        <p:sp>
          <p:nvSpPr>
            <p:cNvPr id="12" name="Google Shape;12;p2"/>
            <p:cNvSpPr/>
            <p:nvPr/>
          </p:nvSpPr>
          <p:spPr>
            <a:xfrm>
              <a:off x="7981111" y="2611449"/>
              <a:ext cx="199672" cy="437055"/>
            </a:xfrm>
            <a:custGeom>
              <a:avLst/>
              <a:gdLst/>
              <a:ahLst/>
              <a:cxnLst/>
              <a:rect l="l" t="t" r="r" b="b"/>
              <a:pathLst>
                <a:path w="3537" h="7742" extrusionOk="0">
                  <a:moveTo>
                    <a:pt x="0" y="0"/>
                  </a:moveTo>
                  <a:lnTo>
                    <a:pt x="0" y="2971"/>
                  </a:lnTo>
                  <a:lnTo>
                    <a:pt x="0" y="5984"/>
                  </a:lnTo>
                  <a:cubicBezTo>
                    <a:pt x="0" y="6968"/>
                    <a:pt x="795" y="7742"/>
                    <a:pt x="1758" y="7742"/>
                  </a:cubicBezTo>
                  <a:cubicBezTo>
                    <a:pt x="2741" y="7742"/>
                    <a:pt x="3536" y="6947"/>
                    <a:pt x="3536" y="5984"/>
                  </a:cubicBezTo>
                  <a:lnTo>
                    <a:pt x="3536" y="2971"/>
                  </a:lnTo>
                  <a:lnTo>
                    <a:pt x="3536" y="0"/>
                  </a:ln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975075" y="2414425"/>
              <a:ext cx="340142" cy="574367"/>
            </a:xfrm>
            <a:custGeom>
              <a:avLst/>
              <a:gdLst/>
              <a:ahLst/>
              <a:cxnLst/>
              <a:rect l="l" t="t" r="r" b="b"/>
              <a:pathLst>
                <a:path w="6320" h="10672" fill="none" extrusionOk="0">
                  <a:moveTo>
                    <a:pt x="5775" y="1"/>
                  </a:moveTo>
                  <a:lnTo>
                    <a:pt x="565" y="1"/>
                  </a:lnTo>
                  <a:cubicBezTo>
                    <a:pt x="272" y="1"/>
                    <a:pt x="0" y="252"/>
                    <a:pt x="0" y="566"/>
                  </a:cubicBezTo>
                  <a:cubicBezTo>
                    <a:pt x="0" y="880"/>
                    <a:pt x="272" y="1131"/>
                    <a:pt x="565" y="1131"/>
                  </a:cubicBezTo>
                  <a:lnTo>
                    <a:pt x="1402" y="1131"/>
                  </a:lnTo>
                  <a:lnTo>
                    <a:pt x="1402" y="8914"/>
                  </a:lnTo>
                  <a:cubicBezTo>
                    <a:pt x="1402" y="9898"/>
                    <a:pt x="2197" y="10672"/>
                    <a:pt x="3160" y="10672"/>
                  </a:cubicBezTo>
                  <a:cubicBezTo>
                    <a:pt x="4143" y="10672"/>
                    <a:pt x="4938" y="9877"/>
                    <a:pt x="4938" y="8914"/>
                  </a:cubicBezTo>
                  <a:lnTo>
                    <a:pt x="4938" y="1131"/>
                  </a:lnTo>
                  <a:lnTo>
                    <a:pt x="5775" y="1131"/>
                  </a:lnTo>
                  <a:cubicBezTo>
                    <a:pt x="6068" y="1131"/>
                    <a:pt x="6319" y="880"/>
                    <a:pt x="6319" y="566"/>
                  </a:cubicBezTo>
                  <a:cubicBezTo>
                    <a:pt x="6319" y="252"/>
                    <a:pt x="6068" y="1"/>
                    <a:pt x="5775" y="1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7263490" y="2722217"/>
            <a:ext cx="300028" cy="305625"/>
            <a:chOff x="11644363" y="2198500"/>
            <a:chExt cx="195675" cy="199325"/>
          </a:xfrm>
        </p:grpSpPr>
        <p:sp>
          <p:nvSpPr>
            <p:cNvPr id="15" name="Google Shape;15;p2"/>
            <p:cNvSpPr/>
            <p:nvPr/>
          </p:nvSpPr>
          <p:spPr>
            <a:xfrm>
              <a:off x="11644363" y="2198500"/>
              <a:ext cx="149650" cy="149625"/>
            </a:xfrm>
            <a:custGeom>
              <a:avLst/>
              <a:gdLst/>
              <a:ahLst/>
              <a:cxnLst/>
              <a:rect l="l" t="t" r="r" b="b"/>
              <a:pathLst>
                <a:path w="5986" h="5985" fill="none" extrusionOk="0">
                  <a:moveTo>
                    <a:pt x="4897" y="4939"/>
                  </a:moveTo>
                  <a:cubicBezTo>
                    <a:pt x="3809" y="5985"/>
                    <a:pt x="2093" y="5964"/>
                    <a:pt x="1047" y="4876"/>
                  </a:cubicBezTo>
                  <a:cubicBezTo>
                    <a:pt x="1" y="3809"/>
                    <a:pt x="22" y="2093"/>
                    <a:pt x="1110" y="1047"/>
                  </a:cubicBezTo>
                  <a:cubicBezTo>
                    <a:pt x="2177" y="1"/>
                    <a:pt x="3893" y="22"/>
                    <a:pt x="4939" y="1089"/>
                  </a:cubicBezTo>
                  <a:cubicBezTo>
                    <a:pt x="5985" y="2177"/>
                    <a:pt x="5964" y="3893"/>
                    <a:pt x="4897" y="4939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766788" y="2321950"/>
              <a:ext cx="73250" cy="75875"/>
            </a:xfrm>
            <a:custGeom>
              <a:avLst/>
              <a:gdLst/>
              <a:ahLst/>
              <a:cxnLst/>
              <a:rect l="l" t="t" r="r" b="b"/>
              <a:pathLst>
                <a:path w="2930" h="3035" fill="none" extrusionOk="0">
                  <a:moveTo>
                    <a:pt x="0" y="1"/>
                  </a:moveTo>
                  <a:lnTo>
                    <a:pt x="2929" y="3035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768338" y="2325625"/>
              <a:ext cx="70125" cy="68025"/>
            </a:xfrm>
            <a:custGeom>
              <a:avLst/>
              <a:gdLst/>
              <a:ahLst/>
              <a:cxnLst/>
              <a:rect l="l" t="t" r="r" b="b"/>
              <a:pathLst>
                <a:path w="2805" h="2721" fill="none" extrusionOk="0">
                  <a:moveTo>
                    <a:pt x="2805" y="0"/>
                  </a:moveTo>
                  <a:lnTo>
                    <a:pt x="1" y="272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006037" y="3408854"/>
            <a:ext cx="179703" cy="223823"/>
            <a:chOff x="7447613" y="1714525"/>
            <a:chExt cx="117200" cy="145975"/>
          </a:xfrm>
        </p:grpSpPr>
        <p:sp>
          <p:nvSpPr>
            <p:cNvPr id="19" name="Google Shape;19;p2"/>
            <p:cNvSpPr/>
            <p:nvPr/>
          </p:nvSpPr>
          <p:spPr>
            <a:xfrm>
              <a:off x="7447613" y="1772075"/>
              <a:ext cx="88425" cy="88425"/>
            </a:xfrm>
            <a:custGeom>
              <a:avLst/>
              <a:gdLst/>
              <a:ahLst/>
              <a:cxnLst/>
              <a:rect l="l" t="t" r="r" b="b"/>
              <a:pathLst>
                <a:path w="3537" h="3537" fill="none" extrusionOk="0">
                  <a:moveTo>
                    <a:pt x="3537" y="1758"/>
                  </a:moveTo>
                  <a:cubicBezTo>
                    <a:pt x="3537" y="2741"/>
                    <a:pt x="2742" y="3537"/>
                    <a:pt x="1758" y="3537"/>
                  </a:cubicBezTo>
                  <a:cubicBezTo>
                    <a:pt x="775" y="3537"/>
                    <a:pt x="1" y="2741"/>
                    <a:pt x="1" y="1758"/>
                  </a:cubicBezTo>
                  <a:cubicBezTo>
                    <a:pt x="1" y="796"/>
                    <a:pt x="775" y="0"/>
                    <a:pt x="1758" y="0"/>
                  </a:cubicBezTo>
                  <a:cubicBezTo>
                    <a:pt x="2742" y="0"/>
                    <a:pt x="3537" y="796"/>
                    <a:pt x="3537" y="1758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513513" y="1718200"/>
              <a:ext cx="34550" cy="59650"/>
            </a:xfrm>
            <a:custGeom>
              <a:avLst/>
              <a:gdLst/>
              <a:ahLst/>
              <a:cxnLst/>
              <a:rect l="l" t="t" r="r" b="b"/>
              <a:pathLst>
                <a:path w="1382" h="2386" fill="none" extrusionOk="0">
                  <a:moveTo>
                    <a:pt x="1" y="2386"/>
                  </a:moveTo>
                  <a:lnTo>
                    <a:pt x="1382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495738" y="1714525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fill="none" extrusionOk="0">
                  <a:moveTo>
                    <a:pt x="2762" y="2177"/>
                  </a:moveTo>
                  <a:lnTo>
                    <a:pt x="2177" y="1"/>
                  </a:lnTo>
                  <a:lnTo>
                    <a:pt x="1" y="587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6503720" y="4086782"/>
            <a:ext cx="299760" cy="406359"/>
            <a:chOff x="8107742" y="840353"/>
            <a:chExt cx="299760" cy="406359"/>
          </a:xfrm>
        </p:grpSpPr>
        <p:sp>
          <p:nvSpPr>
            <p:cNvPr id="23" name="Google Shape;23;p2"/>
            <p:cNvSpPr/>
            <p:nvPr/>
          </p:nvSpPr>
          <p:spPr>
            <a:xfrm>
              <a:off x="8107742" y="869102"/>
              <a:ext cx="225509" cy="377609"/>
            </a:xfrm>
            <a:custGeom>
              <a:avLst/>
              <a:gdLst/>
              <a:ahLst/>
              <a:cxnLst/>
              <a:rect l="l" t="t" r="r" b="b"/>
              <a:pathLst>
                <a:path w="6236" h="10442" extrusionOk="0">
                  <a:moveTo>
                    <a:pt x="3118" y="1"/>
                  </a:moveTo>
                  <a:cubicBezTo>
                    <a:pt x="3118" y="1"/>
                    <a:pt x="0" y="5608"/>
                    <a:pt x="0" y="7324"/>
                  </a:cubicBezTo>
                  <a:cubicBezTo>
                    <a:pt x="0" y="9061"/>
                    <a:pt x="1402" y="10442"/>
                    <a:pt x="3118" y="10442"/>
                  </a:cubicBezTo>
                  <a:cubicBezTo>
                    <a:pt x="4833" y="10442"/>
                    <a:pt x="6235" y="9061"/>
                    <a:pt x="6235" y="7324"/>
                  </a:cubicBezTo>
                  <a:cubicBezTo>
                    <a:pt x="6235" y="5608"/>
                    <a:pt x="3118" y="1"/>
                    <a:pt x="3118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181233" y="840353"/>
              <a:ext cx="226269" cy="378368"/>
            </a:xfrm>
            <a:custGeom>
              <a:avLst/>
              <a:gdLst/>
              <a:ahLst/>
              <a:cxnLst/>
              <a:rect l="l" t="t" r="r" b="b"/>
              <a:pathLst>
                <a:path w="6257" h="10463" fill="none" extrusionOk="0">
                  <a:moveTo>
                    <a:pt x="6257" y="7345"/>
                  </a:moveTo>
                  <a:cubicBezTo>
                    <a:pt x="6257" y="9081"/>
                    <a:pt x="4855" y="10462"/>
                    <a:pt x="3118" y="10462"/>
                  </a:cubicBezTo>
                  <a:cubicBezTo>
                    <a:pt x="1402" y="10462"/>
                    <a:pt x="1" y="9060"/>
                    <a:pt x="1" y="7345"/>
                  </a:cubicBezTo>
                  <a:cubicBezTo>
                    <a:pt x="1" y="5608"/>
                    <a:pt x="3118" y="1"/>
                    <a:pt x="3118" y="1"/>
                  </a:cubicBezTo>
                  <a:cubicBezTo>
                    <a:pt x="3118" y="1"/>
                    <a:pt x="6257" y="5629"/>
                    <a:pt x="6257" y="7345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7572112" y="2369074"/>
            <a:ext cx="194921" cy="194959"/>
            <a:chOff x="7932213" y="1463813"/>
            <a:chExt cx="127125" cy="127150"/>
          </a:xfrm>
        </p:grpSpPr>
        <p:sp>
          <p:nvSpPr>
            <p:cNvPr id="26" name="Google Shape;26;p2"/>
            <p:cNvSpPr/>
            <p:nvPr/>
          </p:nvSpPr>
          <p:spPr>
            <a:xfrm>
              <a:off x="7932213" y="1527113"/>
              <a:ext cx="127125" cy="25"/>
            </a:xfrm>
            <a:custGeom>
              <a:avLst/>
              <a:gdLst/>
              <a:ahLst/>
              <a:cxnLst/>
              <a:rect l="l" t="t" r="r" b="b"/>
              <a:pathLst>
                <a:path w="5085" h="1" fill="none" extrusionOk="0">
                  <a:moveTo>
                    <a:pt x="0" y="1"/>
                  </a:moveTo>
                  <a:lnTo>
                    <a:pt x="5085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996013" y="1463813"/>
              <a:ext cx="25" cy="127150"/>
            </a:xfrm>
            <a:custGeom>
              <a:avLst/>
              <a:gdLst/>
              <a:ahLst/>
              <a:cxnLst/>
              <a:rect l="l" t="t" r="r" b="b"/>
              <a:pathLst>
                <a:path w="1" h="5086" fill="none" extrusionOk="0">
                  <a:moveTo>
                    <a:pt x="1" y="5085"/>
                  </a:moveTo>
                  <a:lnTo>
                    <a:pt x="1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/>
          <p:nvPr/>
        </p:nvSpPr>
        <p:spPr>
          <a:xfrm>
            <a:off x="7263478" y="4178242"/>
            <a:ext cx="1087408" cy="309013"/>
          </a:xfrm>
          <a:custGeom>
            <a:avLst/>
            <a:gdLst/>
            <a:ahLst/>
            <a:cxnLst/>
            <a:rect l="l" t="t" r="r" b="b"/>
            <a:pathLst>
              <a:path w="17787" h="12785" fill="none" extrusionOk="0">
                <a:moveTo>
                  <a:pt x="1" y="6801"/>
                </a:moveTo>
                <a:lnTo>
                  <a:pt x="4730" y="6801"/>
                </a:lnTo>
                <a:lnTo>
                  <a:pt x="5860" y="0"/>
                </a:lnTo>
                <a:lnTo>
                  <a:pt x="7450" y="12785"/>
                </a:lnTo>
                <a:lnTo>
                  <a:pt x="8705" y="2720"/>
                </a:lnTo>
                <a:lnTo>
                  <a:pt x="9584" y="8181"/>
                </a:lnTo>
                <a:lnTo>
                  <a:pt x="10965" y="2720"/>
                </a:lnTo>
                <a:lnTo>
                  <a:pt x="12179" y="7763"/>
                </a:lnTo>
                <a:lnTo>
                  <a:pt x="12681" y="6821"/>
                </a:lnTo>
                <a:lnTo>
                  <a:pt x="13350" y="6821"/>
                </a:lnTo>
                <a:lnTo>
                  <a:pt x="17786" y="682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233131" y="2898429"/>
            <a:ext cx="117144" cy="38"/>
          </a:xfrm>
          <a:custGeom>
            <a:avLst/>
            <a:gdLst/>
            <a:ahLst/>
            <a:cxnLst/>
            <a:rect l="l" t="t" r="r" b="b"/>
            <a:pathLst>
              <a:path w="3056" h="1" fill="none" extrusionOk="0">
                <a:moveTo>
                  <a:pt x="1" y="1"/>
                </a:moveTo>
                <a:lnTo>
                  <a:pt x="3055" y="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oogle Shape;30;p2"/>
          <p:cNvGrpSpPr/>
          <p:nvPr/>
        </p:nvGrpSpPr>
        <p:grpSpPr>
          <a:xfrm>
            <a:off x="7074635" y="3327662"/>
            <a:ext cx="538462" cy="633585"/>
            <a:chOff x="7035875" y="2497325"/>
            <a:chExt cx="607813" cy="715188"/>
          </a:xfrm>
        </p:grpSpPr>
        <p:sp>
          <p:nvSpPr>
            <p:cNvPr id="31" name="Google Shape;31;p2"/>
            <p:cNvSpPr/>
            <p:nvPr/>
          </p:nvSpPr>
          <p:spPr>
            <a:xfrm>
              <a:off x="7035875" y="2678254"/>
              <a:ext cx="607813" cy="534259"/>
            </a:xfrm>
            <a:custGeom>
              <a:avLst/>
              <a:gdLst/>
              <a:ahLst/>
              <a:cxnLst/>
              <a:rect l="l" t="t" r="r" b="b"/>
              <a:pathLst>
                <a:path w="41681" h="36637" extrusionOk="0">
                  <a:moveTo>
                    <a:pt x="13113" y="0"/>
                  </a:moveTo>
                  <a:cubicBezTo>
                    <a:pt x="10043" y="0"/>
                    <a:pt x="6974" y="1165"/>
                    <a:pt x="4645" y="3493"/>
                  </a:cubicBezTo>
                  <a:cubicBezTo>
                    <a:pt x="251" y="7908"/>
                    <a:pt x="0" y="14960"/>
                    <a:pt x="3913" y="19646"/>
                  </a:cubicBezTo>
                  <a:cubicBezTo>
                    <a:pt x="4143" y="19918"/>
                    <a:pt x="4394" y="20190"/>
                    <a:pt x="4645" y="20462"/>
                  </a:cubicBezTo>
                  <a:lnTo>
                    <a:pt x="20840" y="36636"/>
                  </a:lnTo>
                  <a:lnTo>
                    <a:pt x="37035" y="20462"/>
                  </a:lnTo>
                  <a:cubicBezTo>
                    <a:pt x="37286" y="20190"/>
                    <a:pt x="37537" y="19918"/>
                    <a:pt x="37768" y="19646"/>
                  </a:cubicBezTo>
                  <a:cubicBezTo>
                    <a:pt x="41680" y="14960"/>
                    <a:pt x="41429" y="7908"/>
                    <a:pt x="37035" y="3493"/>
                  </a:cubicBezTo>
                  <a:cubicBezTo>
                    <a:pt x="34706" y="1165"/>
                    <a:pt x="31632" y="0"/>
                    <a:pt x="28559" y="0"/>
                  </a:cubicBezTo>
                  <a:cubicBezTo>
                    <a:pt x="25807" y="0"/>
                    <a:pt x="23055" y="934"/>
                    <a:pt x="20840" y="2803"/>
                  </a:cubicBezTo>
                  <a:cubicBezTo>
                    <a:pt x="18616" y="934"/>
                    <a:pt x="15864" y="0"/>
                    <a:pt x="13113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0134" y="2497325"/>
              <a:ext cx="320851" cy="290691"/>
            </a:xfrm>
            <a:custGeom>
              <a:avLst/>
              <a:gdLst/>
              <a:ahLst/>
              <a:cxnLst/>
              <a:rect l="l" t="t" r="r" b="b"/>
              <a:pathLst>
                <a:path w="19585" h="17744" fill="none" extrusionOk="0">
                  <a:moveTo>
                    <a:pt x="17388" y="2177"/>
                  </a:moveTo>
                  <a:lnTo>
                    <a:pt x="17388" y="2177"/>
                  </a:lnTo>
                  <a:cubicBezTo>
                    <a:pt x="15317" y="105"/>
                    <a:pt x="12011" y="1"/>
                    <a:pt x="9793" y="1863"/>
                  </a:cubicBezTo>
                  <a:cubicBezTo>
                    <a:pt x="7596" y="1"/>
                    <a:pt x="4269" y="105"/>
                    <a:pt x="2197" y="2177"/>
                  </a:cubicBezTo>
                  <a:cubicBezTo>
                    <a:pt x="126" y="4248"/>
                    <a:pt x="1" y="7554"/>
                    <a:pt x="1842" y="9772"/>
                  </a:cubicBezTo>
                  <a:cubicBezTo>
                    <a:pt x="1946" y="9897"/>
                    <a:pt x="2072" y="10023"/>
                    <a:pt x="2197" y="10149"/>
                  </a:cubicBezTo>
                  <a:lnTo>
                    <a:pt x="9793" y="17744"/>
                  </a:lnTo>
                  <a:lnTo>
                    <a:pt x="17388" y="10149"/>
                  </a:lnTo>
                  <a:cubicBezTo>
                    <a:pt x="17514" y="10023"/>
                    <a:pt x="17639" y="9897"/>
                    <a:pt x="17744" y="9772"/>
                  </a:cubicBezTo>
                  <a:cubicBezTo>
                    <a:pt x="19585" y="7554"/>
                    <a:pt x="19459" y="4248"/>
                    <a:pt x="17388" y="2177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222459" y="3932706"/>
            <a:ext cx="91848" cy="154095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846834" y="2990318"/>
            <a:ext cx="91848" cy="154095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 rot="8100000">
            <a:off x="1829345" y="3701765"/>
            <a:ext cx="868012" cy="238568"/>
            <a:chOff x="5167638" y="3426595"/>
            <a:chExt cx="1021600" cy="280780"/>
          </a:xfrm>
        </p:grpSpPr>
        <p:sp>
          <p:nvSpPr>
            <p:cNvPr id="36" name="Google Shape;36;p2"/>
            <p:cNvSpPr/>
            <p:nvPr/>
          </p:nvSpPr>
          <p:spPr>
            <a:xfrm>
              <a:off x="5625151" y="3426595"/>
              <a:ext cx="333600" cy="19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539538" y="3511200"/>
              <a:ext cx="499050" cy="196175"/>
            </a:xfrm>
            <a:custGeom>
              <a:avLst/>
              <a:gdLst/>
              <a:ahLst/>
              <a:cxnLst/>
              <a:rect l="l" t="t" r="r" b="b"/>
              <a:pathLst>
                <a:path w="19962" h="7847" fill="none" extrusionOk="0">
                  <a:moveTo>
                    <a:pt x="1" y="7847"/>
                  </a:moveTo>
                  <a:lnTo>
                    <a:pt x="1" y="0"/>
                  </a:lnTo>
                  <a:lnTo>
                    <a:pt x="19962" y="0"/>
                  </a:lnTo>
                  <a:lnTo>
                    <a:pt x="19962" y="7847"/>
                  </a:ln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454288" y="3511200"/>
              <a:ext cx="85275" cy="196175"/>
            </a:xfrm>
            <a:custGeom>
              <a:avLst/>
              <a:gdLst/>
              <a:ahLst/>
              <a:cxnLst/>
              <a:rect l="l" t="t" r="r" b="b"/>
              <a:pathLst>
                <a:path w="3411" h="7847" fill="none" extrusionOk="0">
                  <a:moveTo>
                    <a:pt x="3411" y="7847"/>
                  </a:moveTo>
                  <a:lnTo>
                    <a:pt x="3411" y="0"/>
                  </a:lnTo>
                  <a:lnTo>
                    <a:pt x="0" y="3934"/>
                  </a:ln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167638" y="3609550"/>
              <a:ext cx="286675" cy="25"/>
            </a:xfrm>
            <a:custGeom>
              <a:avLst/>
              <a:gdLst/>
              <a:ahLst/>
              <a:cxnLst/>
              <a:rect l="l" t="t" r="r" b="b"/>
              <a:pathLst>
                <a:path w="11467" h="1" fill="none" extrusionOk="0">
                  <a:moveTo>
                    <a:pt x="11466" y="0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038563" y="3609550"/>
              <a:ext cx="150675" cy="25"/>
            </a:xfrm>
            <a:custGeom>
              <a:avLst/>
              <a:gdLst/>
              <a:ahLst/>
              <a:cxnLst/>
              <a:rect l="l" t="t" r="r" b="b"/>
              <a:pathLst>
                <a:path w="6027" h="1" fill="none" extrusionOk="0">
                  <a:moveTo>
                    <a:pt x="1" y="0"/>
                  </a:moveTo>
                  <a:lnTo>
                    <a:pt x="6027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189213" y="3521150"/>
              <a:ext cx="25" cy="176825"/>
            </a:xfrm>
            <a:custGeom>
              <a:avLst/>
              <a:gdLst/>
              <a:ahLst/>
              <a:cxnLst/>
              <a:rect l="l" t="t" r="r" b="b"/>
              <a:pathLst>
                <a:path w="1" h="7073" fill="none" extrusionOk="0">
                  <a:moveTo>
                    <a:pt x="1" y="7072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5801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1" y="2804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874838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1" y="2804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79166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1" y="2804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70851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0" y="280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62586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0" y="280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747867" y="3479956"/>
            <a:ext cx="299760" cy="406359"/>
            <a:chOff x="8107742" y="840353"/>
            <a:chExt cx="299760" cy="406359"/>
          </a:xfrm>
        </p:grpSpPr>
        <p:sp>
          <p:nvSpPr>
            <p:cNvPr id="48" name="Google Shape;48;p2"/>
            <p:cNvSpPr/>
            <p:nvPr/>
          </p:nvSpPr>
          <p:spPr>
            <a:xfrm>
              <a:off x="8107742" y="869102"/>
              <a:ext cx="225509" cy="377609"/>
            </a:xfrm>
            <a:custGeom>
              <a:avLst/>
              <a:gdLst/>
              <a:ahLst/>
              <a:cxnLst/>
              <a:rect l="l" t="t" r="r" b="b"/>
              <a:pathLst>
                <a:path w="6236" h="10442" extrusionOk="0">
                  <a:moveTo>
                    <a:pt x="3118" y="1"/>
                  </a:moveTo>
                  <a:cubicBezTo>
                    <a:pt x="3118" y="1"/>
                    <a:pt x="0" y="5608"/>
                    <a:pt x="0" y="7324"/>
                  </a:cubicBezTo>
                  <a:cubicBezTo>
                    <a:pt x="0" y="9061"/>
                    <a:pt x="1402" y="10442"/>
                    <a:pt x="3118" y="10442"/>
                  </a:cubicBezTo>
                  <a:cubicBezTo>
                    <a:pt x="4833" y="10442"/>
                    <a:pt x="6235" y="9061"/>
                    <a:pt x="6235" y="7324"/>
                  </a:cubicBezTo>
                  <a:cubicBezTo>
                    <a:pt x="6235" y="5608"/>
                    <a:pt x="3118" y="1"/>
                    <a:pt x="3118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81233" y="840353"/>
              <a:ext cx="226269" cy="378368"/>
            </a:xfrm>
            <a:custGeom>
              <a:avLst/>
              <a:gdLst/>
              <a:ahLst/>
              <a:cxnLst/>
              <a:rect l="l" t="t" r="r" b="b"/>
              <a:pathLst>
                <a:path w="6257" h="10463" fill="none" extrusionOk="0">
                  <a:moveTo>
                    <a:pt x="6257" y="7345"/>
                  </a:moveTo>
                  <a:cubicBezTo>
                    <a:pt x="6257" y="9081"/>
                    <a:pt x="4855" y="10462"/>
                    <a:pt x="3118" y="10462"/>
                  </a:cubicBezTo>
                  <a:cubicBezTo>
                    <a:pt x="1402" y="10462"/>
                    <a:pt x="1" y="9060"/>
                    <a:pt x="1" y="7345"/>
                  </a:cubicBezTo>
                  <a:cubicBezTo>
                    <a:pt x="1" y="5608"/>
                    <a:pt x="3118" y="1"/>
                    <a:pt x="3118" y="1"/>
                  </a:cubicBezTo>
                  <a:cubicBezTo>
                    <a:pt x="3118" y="1"/>
                    <a:pt x="6257" y="5629"/>
                    <a:pt x="6257" y="7345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 flipH="1">
            <a:off x="1530942" y="2986482"/>
            <a:ext cx="194921" cy="194959"/>
            <a:chOff x="7932213" y="1463813"/>
            <a:chExt cx="127125" cy="127150"/>
          </a:xfrm>
        </p:grpSpPr>
        <p:sp>
          <p:nvSpPr>
            <p:cNvPr id="51" name="Google Shape;51;p2"/>
            <p:cNvSpPr/>
            <p:nvPr/>
          </p:nvSpPr>
          <p:spPr>
            <a:xfrm>
              <a:off x="7932213" y="1527113"/>
              <a:ext cx="127125" cy="25"/>
            </a:xfrm>
            <a:custGeom>
              <a:avLst/>
              <a:gdLst/>
              <a:ahLst/>
              <a:cxnLst/>
              <a:rect l="l" t="t" r="r" b="b"/>
              <a:pathLst>
                <a:path w="5085" h="1" fill="none" extrusionOk="0">
                  <a:moveTo>
                    <a:pt x="0" y="1"/>
                  </a:moveTo>
                  <a:lnTo>
                    <a:pt x="5085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996013" y="1463813"/>
              <a:ext cx="25" cy="127150"/>
            </a:xfrm>
            <a:custGeom>
              <a:avLst/>
              <a:gdLst/>
              <a:ahLst/>
              <a:cxnLst/>
              <a:rect l="l" t="t" r="r" b="b"/>
              <a:pathLst>
                <a:path w="1" h="5086" fill="none" extrusionOk="0">
                  <a:moveTo>
                    <a:pt x="1" y="5085"/>
                  </a:moveTo>
                  <a:lnTo>
                    <a:pt x="1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2"/>
          <p:cNvSpPr/>
          <p:nvPr/>
        </p:nvSpPr>
        <p:spPr>
          <a:xfrm flipH="1">
            <a:off x="703886" y="4128391"/>
            <a:ext cx="1087408" cy="309013"/>
          </a:xfrm>
          <a:custGeom>
            <a:avLst/>
            <a:gdLst/>
            <a:ahLst/>
            <a:cxnLst/>
            <a:rect l="l" t="t" r="r" b="b"/>
            <a:pathLst>
              <a:path w="17787" h="12785" fill="none" extrusionOk="0">
                <a:moveTo>
                  <a:pt x="1" y="6801"/>
                </a:moveTo>
                <a:lnTo>
                  <a:pt x="4730" y="6801"/>
                </a:lnTo>
                <a:lnTo>
                  <a:pt x="5860" y="0"/>
                </a:lnTo>
                <a:lnTo>
                  <a:pt x="7450" y="12785"/>
                </a:lnTo>
                <a:lnTo>
                  <a:pt x="8705" y="2720"/>
                </a:lnTo>
                <a:lnTo>
                  <a:pt x="9584" y="8181"/>
                </a:lnTo>
                <a:lnTo>
                  <a:pt x="10965" y="2720"/>
                </a:lnTo>
                <a:lnTo>
                  <a:pt x="12179" y="7763"/>
                </a:lnTo>
                <a:lnTo>
                  <a:pt x="12681" y="6821"/>
                </a:lnTo>
                <a:lnTo>
                  <a:pt x="13350" y="6821"/>
                </a:lnTo>
                <a:lnTo>
                  <a:pt x="17786" y="682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 flipH="1">
            <a:off x="703897" y="3138887"/>
            <a:ext cx="117144" cy="38"/>
          </a:xfrm>
          <a:custGeom>
            <a:avLst/>
            <a:gdLst/>
            <a:ahLst/>
            <a:cxnLst/>
            <a:rect l="l" t="t" r="r" b="b"/>
            <a:pathLst>
              <a:path w="3056" h="1" fill="none" extrusionOk="0">
                <a:moveTo>
                  <a:pt x="1" y="1"/>
                </a:moveTo>
                <a:lnTo>
                  <a:pt x="3055" y="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 flipH="1">
            <a:off x="823473" y="2465325"/>
            <a:ext cx="91848" cy="154069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 flipH="1">
            <a:off x="2383376" y="4248753"/>
            <a:ext cx="91848" cy="154069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>
            <a:off x="389495" y="-203103"/>
            <a:ext cx="8365500" cy="5075903"/>
            <a:chOff x="342700" y="-203103"/>
            <a:chExt cx="8365500" cy="5075903"/>
          </a:xfrm>
        </p:grpSpPr>
        <p:cxnSp>
          <p:nvCxnSpPr>
            <p:cNvPr id="58" name="Google Shape;58;p2"/>
            <p:cNvCxnSpPr/>
            <p:nvPr/>
          </p:nvCxnSpPr>
          <p:spPr>
            <a:xfrm>
              <a:off x="342700" y="4869677"/>
              <a:ext cx="8365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2"/>
            <p:cNvCxnSpPr/>
            <p:nvPr/>
          </p:nvCxnSpPr>
          <p:spPr>
            <a:xfrm rot="10800000">
              <a:off x="8692955" y="529100"/>
              <a:ext cx="0" cy="4343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" name="Google Shape;60;p2"/>
            <p:cNvGrpSpPr/>
            <p:nvPr/>
          </p:nvGrpSpPr>
          <p:grpSpPr>
            <a:xfrm>
              <a:off x="4525206" y="-66000"/>
              <a:ext cx="4173513" cy="606320"/>
              <a:chOff x="4531667" y="221864"/>
              <a:chExt cx="4173513" cy="606320"/>
            </a:xfrm>
          </p:grpSpPr>
          <p:cxnSp>
            <p:nvCxnSpPr>
              <p:cNvPr id="61" name="Google Shape;61;p2"/>
              <p:cNvCxnSpPr/>
              <p:nvPr/>
            </p:nvCxnSpPr>
            <p:spPr>
              <a:xfrm>
                <a:off x="4919780" y="828184"/>
                <a:ext cx="3785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" name="Google Shape;62;p2"/>
              <p:cNvSpPr/>
              <p:nvPr/>
            </p:nvSpPr>
            <p:spPr>
              <a:xfrm>
                <a:off x="4531667" y="221864"/>
                <a:ext cx="409560" cy="606279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" name="Google Shape;63;p2"/>
            <p:cNvGrpSpPr/>
            <p:nvPr/>
          </p:nvGrpSpPr>
          <p:grpSpPr>
            <a:xfrm>
              <a:off x="4383358" y="-203103"/>
              <a:ext cx="273654" cy="399438"/>
              <a:chOff x="4389820" y="8562"/>
              <a:chExt cx="273654" cy="399438"/>
            </a:xfrm>
          </p:grpSpPr>
          <p:grpSp>
            <p:nvGrpSpPr>
              <p:cNvPr id="64" name="Google Shape;64;p2"/>
              <p:cNvGrpSpPr/>
              <p:nvPr/>
            </p:nvGrpSpPr>
            <p:grpSpPr>
              <a:xfrm>
                <a:off x="4389820" y="8562"/>
                <a:ext cx="273654" cy="393837"/>
                <a:chOff x="228120" y="8562"/>
                <a:chExt cx="273654" cy="393837"/>
              </a:xfrm>
            </p:grpSpPr>
            <p:sp>
              <p:nvSpPr>
                <p:cNvPr id="65" name="Google Shape;65;p2"/>
                <p:cNvSpPr/>
                <p:nvPr/>
              </p:nvSpPr>
              <p:spPr>
                <a:xfrm>
                  <a:off x="228120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339369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7" name="Google Shape;67;p2"/>
              <p:cNvSpPr/>
              <p:nvPr/>
            </p:nvSpPr>
            <p:spPr>
              <a:xfrm>
                <a:off x="4507931" y="117000"/>
                <a:ext cx="45600" cy="291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393781" y="14275"/>
                <a:ext cx="262500" cy="91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2"/>
            <p:cNvGrpSpPr/>
            <p:nvPr/>
          </p:nvGrpSpPr>
          <p:grpSpPr>
            <a:xfrm>
              <a:off x="356280" y="346226"/>
              <a:ext cx="2069979" cy="4526574"/>
              <a:chOff x="356280" y="346226"/>
              <a:chExt cx="2069979" cy="4526574"/>
            </a:xfrm>
          </p:grpSpPr>
          <p:grpSp>
            <p:nvGrpSpPr>
              <p:cNvPr id="70" name="Google Shape;70;p2"/>
              <p:cNvGrpSpPr/>
              <p:nvPr/>
            </p:nvGrpSpPr>
            <p:grpSpPr>
              <a:xfrm rot="10800000">
                <a:off x="356996" y="346226"/>
                <a:ext cx="835344" cy="748597"/>
                <a:chOff x="1655300" y="2765876"/>
                <a:chExt cx="767780" cy="748597"/>
              </a:xfrm>
            </p:grpSpPr>
            <p:sp>
              <p:nvSpPr>
                <p:cNvPr id="71" name="Google Shape;71;p2"/>
                <p:cNvSpPr/>
                <p:nvPr/>
              </p:nvSpPr>
              <p:spPr>
                <a:xfrm>
                  <a:off x="1655300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 flipH="1">
                  <a:off x="2007073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3" name="Google Shape;73;p2"/>
              <p:cNvSpPr/>
              <p:nvPr/>
            </p:nvSpPr>
            <p:spPr>
              <a:xfrm>
                <a:off x="845100" y="840150"/>
                <a:ext cx="705900" cy="3135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" name="Google Shape;74;p2"/>
              <p:cNvGrpSpPr/>
              <p:nvPr/>
            </p:nvGrpSpPr>
            <p:grpSpPr>
              <a:xfrm>
                <a:off x="1238556" y="1951751"/>
                <a:ext cx="1187682" cy="1574424"/>
                <a:chOff x="1651404" y="1940052"/>
                <a:chExt cx="1187682" cy="1574424"/>
              </a:xfrm>
            </p:grpSpPr>
            <p:sp>
              <p:nvSpPr>
                <p:cNvPr id="75" name="Google Shape;75;p2"/>
                <p:cNvSpPr/>
                <p:nvPr/>
              </p:nvSpPr>
              <p:spPr>
                <a:xfrm>
                  <a:off x="1651404" y="2765878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 flipH="1">
                  <a:off x="2007073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 rot="10800000" flipH="1">
                  <a:off x="2423080" y="2386808"/>
                  <a:ext cx="416007" cy="752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8" name="Google Shape;78;p2"/>
                <p:cNvCxnSpPr/>
                <p:nvPr/>
              </p:nvCxnSpPr>
              <p:spPr>
                <a:xfrm rot="10800000">
                  <a:off x="1651404" y="1940052"/>
                  <a:ext cx="0" cy="862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9" name="Google Shape;79;p2"/>
              <p:cNvSpPr/>
              <p:nvPr/>
            </p:nvSpPr>
            <p:spPr>
              <a:xfrm>
                <a:off x="715761" y="1203911"/>
                <a:ext cx="718225" cy="870450"/>
              </a:xfrm>
              <a:custGeom>
                <a:avLst/>
                <a:gdLst/>
                <a:ahLst/>
                <a:cxnLst/>
                <a:rect l="l" t="t" r="r" b="b"/>
                <a:pathLst>
                  <a:path w="28729" h="34818" extrusionOk="0">
                    <a:moveTo>
                      <a:pt x="1" y="0"/>
                    </a:moveTo>
                    <a:lnTo>
                      <a:pt x="1" y="22117"/>
                    </a:lnTo>
                    <a:cubicBezTo>
                      <a:pt x="1" y="25192"/>
                      <a:pt x="1758" y="27871"/>
                      <a:pt x="4332" y="29189"/>
                    </a:cubicBezTo>
                    <a:cubicBezTo>
                      <a:pt x="6529" y="32599"/>
                      <a:pt x="10191" y="34817"/>
                      <a:pt x="14354" y="34817"/>
                    </a:cubicBezTo>
                    <a:cubicBezTo>
                      <a:pt x="18518" y="34817"/>
                      <a:pt x="22201" y="32599"/>
                      <a:pt x="24377" y="29189"/>
                    </a:cubicBezTo>
                    <a:cubicBezTo>
                      <a:pt x="26950" y="27871"/>
                      <a:pt x="28729" y="25192"/>
                      <a:pt x="28729" y="22117"/>
                    </a:cubicBezTo>
                    <a:lnTo>
                      <a:pt x="28729" y="0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793762" y="838799"/>
                <a:ext cx="783625" cy="1227200"/>
              </a:xfrm>
              <a:custGeom>
                <a:avLst/>
                <a:gdLst/>
                <a:ahLst/>
                <a:cxnLst/>
                <a:rect l="l" t="t" r="r" b="b"/>
                <a:pathLst>
                  <a:path w="31345" h="49088" extrusionOk="0">
                    <a:moveTo>
                      <a:pt x="15672" y="1779"/>
                    </a:moveTo>
                    <a:cubicBezTo>
                      <a:pt x="16405" y="1779"/>
                      <a:pt x="16970" y="2365"/>
                      <a:pt x="16970" y="3077"/>
                    </a:cubicBezTo>
                    <a:cubicBezTo>
                      <a:pt x="16970" y="3788"/>
                      <a:pt x="16405" y="4374"/>
                      <a:pt x="15672" y="4374"/>
                    </a:cubicBezTo>
                    <a:cubicBezTo>
                      <a:pt x="14961" y="4374"/>
                      <a:pt x="14375" y="3788"/>
                      <a:pt x="14375" y="3077"/>
                    </a:cubicBezTo>
                    <a:cubicBezTo>
                      <a:pt x="14375" y="2365"/>
                      <a:pt x="14961" y="1779"/>
                      <a:pt x="15672" y="1779"/>
                    </a:cubicBezTo>
                    <a:close/>
                    <a:moveTo>
                      <a:pt x="8663" y="1"/>
                    </a:moveTo>
                    <a:cubicBezTo>
                      <a:pt x="3892" y="1"/>
                      <a:pt x="1" y="3893"/>
                      <a:pt x="1" y="8663"/>
                    </a:cubicBezTo>
                    <a:lnTo>
                      <a:pt x="1" y="33772"/>
                    </a:lnTo>
                    <a:cubicBezTo>
                      <a:pt x="1" y="37350"/>
                      <a:pt x="2177" y="40404"/>
                      <a:pt x="5252" y="41723"/>
                    </a:cubicBezTo>
                    <a:cubicBezTo>
                      <a:pt x="7219" y="44422"/>
                      <a:pt x="10211" y="46326"/>
                      <a:pt x="13664" y="46870"/>
                    </a:cubicBezTo>
                    <a:lnTo>
                      <a:pt x="13664" y="49088"/>
                    </a:lnTo>
                    <a:lnTo>
                      <a:pt x="17702" y="49088"/>
                    </a:lnTo>
                    <a:lnTo>
                      <a:pt x="17702" y="46870"/>
                    </a:lnTo>
                    <a:cubicBezTo>
                      <a:pt x="21133" y="46326"/>
                      <a:pt x="24126" y="44422"/>
                      <a:pt x="26092" y="41723"/>
                    </a:cubicBezTo>
                    <a:cubicBezTo>
                      <a:pt x="29189" y="40404"/>
                      <a:pt x="31344" y="37329"/>
                      <a:pt x="31344" y="33772"/>
                    </a:cubicBezTo>
                    <a:lnTo>
                      <a:pt x="31344" y="8663"/>
                    </a:lnTo>
                    <a:cubicBezTo>
                      <a:pt x="31344" y="3872"/>
                      <a:pt x="27473" y="1"/>
                      <a:pt x="22682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" name="Google Shape;81;p2"/>
              <p:cNvGrpSpPr/>
              <p:nvPr/>
            </p:nvGrpSpPr>
            <p:grpSpPr>
              <a:xfrm>
                <a:off x="875111" y="986705"/>
                <a:ext cx="85800" cy="782973"/>
                <a:chOff x="1270825" y="1135225"/>
                <a:chExt cx="85800" cy="558150"/>
              </a:xfrm>
            </p:grpSpPr>
            <p:sp>
              <p:nvSpPr>
                <p:cNvPr id="82" name="Google Shape;82;p2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1270825" y="1172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1270825" y="12466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1270825" y="13214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1270825" y="13957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1270825" y="14700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1270825" y="15442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1270825" y="16190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270825" y="1693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06" name="Google Shape;106;p2"/>
              <p:cNvCxnSpPr/>
              <p:nvPr/>
            </p:nvCxnSpPr>
            <p:spPr>
              <a:xfrm>
                <a:off x="2426259" y="2242651"/>
                <a:ext cx="0" cy="313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2"/>
              <p:cNvCxnSpPr/>
              <p:nvPr/>
            </p:nvCxnSpPr>
            <p:spPr>
              <a:xfrm rot="10800000" flipH="1">
                <a:off x="356280" y="836900"/>
                <a:ext cx="900" cy="4035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1940675" y="2571750"/>
            <a:ext cx="5262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subTitle" idx="1"/>
          </p:nvPr>
        </p:nvSpPr>
        <p:spPr>
          <a:xfrm>
            <a:off x="1940675" y="3444025"/>
            <a:ext cx="52626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1" name="Google Shape;111;p3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3"/>
          <p:cNvSpPr/>
          <p:nvPr/>
        </p:nvSpPr>
        <p:spPr>
          <a:xfrm>
            <a:off x="7421447" y="-6"/>
            <a:ext cx="1739640" cy="1144380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flipH="1">
            <a:off x="-11418" y="-6"/>
            <a:ext cx="1739640" cy="1144380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708250" y="1291149"/>
            <a:ext cx="7728000" cy="29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712700" y="363250"/>
            <a:ext cx="77187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8" name="Google Shape;118;p4"/>
          <p:cNvGrpSpPr/>
          <p:nvPr/>
        </p:nvGrpSpPr>
        <p:grpSpPr>
          <a:xfrm flipH="1">
            <a:off x="-7590769" y="-338875"/>
            <a:ext cx="8739369" cy="742000"/>
            <a:chOff x="410231" y="402400"/>
            <a:chExt cx="8739369" cy="742000"/>
          </a:xfrm>
        </p:grpSpPr>
        <p:cxnSp>
          <p:nvCxnSpPr>
            <p:cNvPr id="119" name="Google Shape;119;p4"/>
            <p:cNvCxnSpPr/>
            <p:nvPr/>
          </p:nvCxnSpPr>
          <p:spPr>
            <a:xfrm>
              <a:off x="804800" y="1144400"/>
              <a:ext cx="8344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" name="Google Shape;120;p4"/>
            <p:cNvSpPr/>
            <p:nvPr/>
          </p:nvSpPr>
          <p:spPr>
            <a:xfrm>
              <a:off x="410231" y="402400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1" name="Google Shape;121;p4"/>
          <p:cNvCxnSpPr/>
          <p:nvPr/>
        </p:nvCxnSpPr>
        <p:spPr>
          <a:xfrm>
            <a:off x="-39950" y="4873752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4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4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7"/>
          <p:cNvGrpSpPr/>
          <p:nvPr/>
        </p:nvGrpSpPr>
        <p:grpSpPr>
          <a:xfrm>
            <a:off x="270152" y="9537"/>
            <a:ext cx="273654" cy="4751063"/>
            <a:chOff x="270152" y="9537"/>
            <a:chExt cx="273654" cy="4751063"/>
          </a:xfrm>
        </p:grpSpPr>
        <p:grpSp>
          <p:nvGrpSpPr>
            <p:cNvPr id="155" name="Google Shape;155;p7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" name="Google Shape;158;p7"/>
            <p:cNvCxnSpPr/>
            <p:nvPr/>
          </p:nvCxnSpPr>
          <p:spPr>
            <a:xfrm rot="10800000">
              <a:off x="407100" y="414200"/>
              <a:ext cx="0" cy="4346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7"/>
          <p:cNvSpPr txBox="1">
            <a:spLocks noGrp="1"/>
          </p:cNvSpPr>
          <p:nvPr>
            <p:ph type="body" idx="1"/>
          </p:nvPr>
        </p:nvSpPr>
        <p:spPr>
          <a:xfrm>
            <a:off x="924451" y="1568175"/>
            <a:ext cx="31422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title"/>
          </p:nvPr>
        </p:nvSpPr>
        <p:spPr>
          <a:xfrm>
            <a:off x="841500" y="614900"/>
            <a:ext cx="3308100" cy="7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838200" y="1198250"/>
            <a:ext cx="3241200" cy="2747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164" name="Google Shape;164;p8"/>
          <p:cNvGrpSpPr/>
          <p:nvPr/>
        </p:nvGrpSpPr>
        <p:grpSpPr>
          <a:xfrm>
            <a:off x="-318125" y="820503"/>
            <a:ext cx="9462060" cy="4329256"/>
            <a:chOff x="-318125" y="820503"/>
            <a:chExt cx="9462060" cy="4329256"/>
          </a:xfrm>
        </p:grpSpPr>
        <p:cxnSp>
          <p:nvCxnSpPr>
            <p:cNvPr id="165" name="Google Shape;165;p8"/>
            <p:cNvCxnSpPr/>
            <p:nvPr/>
          </p:nvCxnSpPr>
          <p:spPr>
            <a:xfrm>
              <a:off x="826250" y="1215072"/>
              <a:ext cx="0" cy="316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" name="Google Shape;166;p8"/>
            <p:cNvSpPr/>
            <p:nvPr/>
          </p:nvSpPr>
          <p:spPr>
            <a:xfrm rot="-5400000" flipH="1">
              <a:off x="247218" y="657535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7" name="Google Shape;167;p8"/>
            <p:cNvCxnSpPr/>
            <p:nvPr/>
          </p:nvCxnSpPr>
          <p:spPr>
            <a:xfrm>
              <a:off x="-95525" y="598647"/>
              <a:ext cx="0" cy="445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8" name="Google Shape;168;p8"/>
            <p:cNvGrpSpPr/>
            <p:nvPr/>
          </p:nvGrpSpPr>
          <p:grpSpPr>
            <a:xfrm>
              <a:off x="826293" y="3991810"/>
              <a:ext cx="8317642" cy="1157950"/>
              <a:chOff x="826293" y="3991810"/>
              <a:chExt cx="8317642" cy="1157950"/>
            </a:xfrm>
          </p:grpSpPr>
          <p:grpSp>
            <p:nvGrpSpPr>
              <p:cNvPr id="169" name="Google Shape;169;p8"/>
              <p:cNvGrpSpPr/>
              <p:nvPr/>
            </p:nvGrpSpPr>
            <p:grpSpPr>
              <a:xfrm rot="5400000">
                <a:off x="4980466" y="986290"/>
                <a:ext cx="416007" cy="7910933"/>
                <a:chOff x="4156006" y="4045647"/>
                <a:chExt cx="416007" cy="9149818"/>
              </a:xfrm>
            </p:grpSpPr>
            <p:sp>
              <p:nvSpPr>
                <p:cNvPr id="170" name="Google Shape;170;p8"/>
                <p:cNvSpPr/>
                <p:nvPr/>
              </p:nvSpPr>
              <p:spPr>
                <a:xfrm rot="10800000" flipH="1">
                  <a:off x="4156006" y="4045647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71" name="Google Shape;171;p8"/>
                <p:cNvCxnSpPr/>
                <p:nvPr/>
              </p:nvCxnSpPr>
              <p:spPr>
                <a:xfrm rot="5400000">
                  <a:off x="-68600" y="8970116"/>
                  <a:ext cx="8450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2" name="Google Shape;172;p8"/>
              <p:cNvSpPr/>
              <p:nvPr/>
            </p:nvSpPr>
            <p:spPr>
              <a:xfrm>
                <a:off x="826293" y="3991810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>
            <a:spLocks noGrp="1"/>
          </p:cNvSpPr>
          <p:nvPr>
            <p:ph type="body" idx="1"/>
          </p:nvPr>
        </p:nvSpPr>
        <p:spPr>
          <a:xfrm>
            <a:off x="1519225" y="1548790"/>
            <a:ext cx="61056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5" name="Google Shape;175;p9"/>
          <p:cNvSpPr txBox="1">
            <a:spLocks noGrp="1"/>
          </p:cNvSpPr>
          <p:nvPr>
            <p:ph type="title"/>
          </p:nvPr>
        </p:nvSpPr>
        <p:spPr>
          <a:xfrm>
            <a:off x="1519225" y="713400"/>
            <a:ext cx="6105600" cy="7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76" name="Google Shape;176;p9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9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9"/>
          <p:cNvGrpSpPr/>
          <p:nvPr/>
        </p:nvGrpSpPr>
        <p:grpSpPr>
          <a:xfrm rot="10800000">
            <a:off x="8600601" y="0"/>
            <a:ext cx="963555" cy="2572493"/>
            <a:chOff x="-912" y="2571000"/>
            <a:chExt cx="963555" cy="2572493"/>
          </a:xfrm>
        </p:grpSpPr>
        <p:sp>
          <p:nvSpPr>
            <p:cNvPr id="179" name="Google Shape;179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2" name="Google Shape;182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4" name="Google Shape;184;p9"/>
          <p:cNvGrpSpPr/>
          <p:nvPr/>
        </p:nvGrpSpPr>
        <p:grpSpPr>
          <a:xfrm rot="10800000" flipH="1">
            <a:off x="-410456" y="0"/>
            <a:ext cx="963555" cy="2572493"/>
            <a:chOff x="-912" y="2571000"/>
            <a:chExt cx="963555" cy="2572493"/>
          </a:xfrm>
        </p:grpSpPr>
        <p:sp>
          <p:nvSpPr>
            <p:cNvPr id="185" name="Google Shape;185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8" name="Google Shape;188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title"/>
          </p:nvPr>
        </p:nvSpPr>
        <p:spPr>
          <a:xfrm>
            <a:off x="731074" y="611816"/>
            <a:ext cx="803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92" name="Google Shape;192;p10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1343458" y="2230008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"/>
          </p:nvPr>
        </p:nvSpPr>
        <p:spPr>
          <a:xfrm>
            <a:off x="1343458" y="2529483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title" idx="2"/>
          </p:nvPr>
        </p:nvSpPr>
        <p:spPr>
          <a:xfrm>
            <a:off x="4578857" y="2230008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3"/>
          </p:nvPr>
        </p:nvSpPr>
        <p:spPr>
          <a:xfrm>
            <a:off x="4578858" y="2529483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title" idx="4"/>
          </p:nvPr>
        </p:nvSpPr>
        <p:spPr>
          <a:xfrm>
            <a:off x="1337750" y="3765007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5"/>
          </p:nvPr>
        </p:nvSpPr>
        <p:spPr>
          <a:xfrm>
            <a:off x="1337750" y="4064458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title" idx="6"/>
          </p:nvPr>
        </p:nvSpPr>
        <p:spPr>
          <a:xfrm>
            <a:off x="4573157" y="3765007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7"/>
          </p:nvPr>
        </p:nvSpPr>
        <p:spPr>
          <a:xfrm>
            <a:off x="4573150" y="4064458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8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3"/>
          <p:cNvGrpSpPr/>
          <p:nvPr/>
        </p:nvGrpSpPr>
        <p:grpSpPr>
          <a:xfrm>
            <a:off x="-131269" y="2571000"/>
            <a:ext cx="963555" cy="2572493"/>
            <a:chOff x="-912" y="2571000"/>
            <a:chExt cx="963555" cy="2572493"/>
          </a:xfrm>
        </p:grpSpPr>
        <p:sp>
          <p:nvSpPr>
            <p:cNvPr id="226" name="Google Shape;226;p13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 rot="10800000">
              <a:off x="411173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" name="Google Shape;229;p13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13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1" name="Google Shape;231;p13"/>
          <p:cNvGrpSpPr/>
          <p:nvPr/>
        </p:nvGrpSpPr>
        <p:grpSpPr>
          <a:xfrm rot="10800000">
            <a:off x="8307621" y="0"/>
            <a:ext cx="963555" cy="2572493"/>
            <a:chOff x="-912" y="2571000"/>
            <a:chExt cx="963555" cy="2572493"/>
          </a:xfrm>
        </p:grpSpPr>
        <p:sp>
          <p:nvSpPr>
            <p:cNvPr id="232" name="Google Shape;232;p13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5" name="Google Shape;235;p13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13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687806" y="-724863"/>
            <a:ext cx="273654" cy="98908"/>
          </a:xfrm>
          <a:custGeom>
            <a:avLst/>
            <a:gdLst/>
            <a:ahLst/>
            <a:cxnLst/>
            <a:rect l="l" t="t" r="r" b="b"/>
            <a:pathLst>
              <a:path w="8224" h="2282" fill="none" extrusionOk="0">
                <a:moveTo>
                  <a:pt x="1" y="1"/>
                </a:moveTo>
                <a:lnTo>
                  <a:pt x="8224" y="1"/>
                </a:lnTo>
                <a:lnTo>
                  <a:pt x="8224" y="2281"/>
                </a:lnTo>
                <a:lnTo>
                  <a:pt x="1" y="2281"/>
                </a:lnTo>
                <a:close/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797106" y="-626002"/>
            <a:ext cx="59924" cy="294976"/>
          </a:xfrm>
          <a:custGeom>
            <a:avLst/>
            <a:gdLst/>
            <a:ahLst/>
            <a:cxnLst/>
            <a:rect l="l" t="t" r="r" b="b"/>
            <a:pathLst>
              <a:path w="1801" h="3307" fill="none" extrusionOk="0">
                <a:moveTo>
                  <a:pt x="1" y="0"/>
                </a:moveTo>
                <a:lnTo>
                  <a:pt x="1800" y="0"/>
                </a:lnTo>
                <a:lnTo>
                  <a:pt x="1800" y="3306"/>
                </a:lnTo>
                <a:lnTo>
                  <a:pt x="1" y="3306"/>
                </a:lnTo>
                <a:close/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"/>
          <p:cNvSpPr/>
          <p:nvPr/>
        </p:nvSpPr>
        <p:spPr>
          <a:xfrm flipH="1">
            <a:off x="8040709" y="4430148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1" name="Google Shape;241;p14"/>
          <p:cNvCxnSpPr/>
          <p:nvPr/>
        </p:nvCxnSpPr>
        <p:spPr>
          <a:xfrm>
            <a:off x="1211500" y="410975"/>
            <a:ext cx="793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14"/>
          <p:cNvSpPr/>
          <p:nvPr/>
        </p:nvSpPr>
        <p:spPr>
          <a:xfrm>
            <a:off x="827056" y="-331025"/>
            <a:ext cx="416007" cy="741943"/>
          </a:xfrm>
          <a:custGeom>
            <a:avLst/>
            <a:gdLst/>
            <a:ahLst/>
            <a:cxnLst/>
            <a:rect l="l" t="t" r="r" b="b"/>
            <a:pathLst>
              <a:path w="16217" h="27160" fill="none" extrusionOk="0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"/>
          <p:cNvSpPr/>
          <p:nvPr/>
        </p:nvSpPr>
        <p:spPr>
          <a:xfrm rot="5400000" flipH="1">
            <a:off x="-218066" y="4247148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>
            <a:spLocks noGrp="1"/>
          </p:cNvSpPr>
          <p:nvPr>
            <p:ph type="body" idx="1"/>
          </p:nvPr>
        </p:nvSpPr>
        <p:spPr>
          <a:xfrm>
            <a:off x="3160721" y="2879225"/>
            <a:ext cx="4334700" cy="1297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18"/>
          <p:cNvGrpSpPr/>
          <p:nvPr/>
        </p:nvGrpSpPr>
        <p:grpSpPr>
          <a:xfrm>
            <a:off x="684253" y="-316191"/>
            <a:ext cx="8464130" cy="2196550"/>
            <a:chOff x="684253" y="-316191"/>
            <a:chExt cx="8464130" cy="2196550"/>
          </a:xfrm>
        </p:grpSpPr>
        <p:cxnSp>
          <p:nvCxnSpPr>
            <p:cNvPr id="279" name="Google Shape;279;p18"/>
            <p:cNvCxnSpPr/>
            <p:nvPr/>
          </p:nvCxnSpPr>
          <p:spPr>
            <a:xfrm rot="10800000">
              <a:off x="824556" y="407875"/>
              <a:ext cx="0" cy="761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0" name="Google Shape;280;p18"/>
            <p:cNvGrpSpPr/>
            <p:nvPr/>
          </p:nvGrpSpPr>
          <p:grpSpPr>
            <a:xfrm>
              <a:off x="684253" y="-316191"/>
              <a:ext cx="8464130" cy="2196550"/>
              <a:chOff x="4439845" y="-316191"/>
              <a:chExt cx="8464130" cy="2196550"/>
            </a:xfrm>
          </p:grpSpPr>
          <p:grpSp>
            <p:nvGrpSpPr>
              <p:cNvPr id="281" name="Google Shape;281;p18"/>
              <p:cNvGrpSpPr/>
              <p:nvPr/>
            </p:nvGrpSpPr>
            <p:grpSpPr>
              <a:xfrm>
                <a:off x="4580143" y="-316191"/>
                <a:ext cx="8323832" cy="2196550"/>
                <a:chOff x="4580143" y="-316191"/>
                <a:chExt cx="8323832" cy="2196550"/>
              </a:xfrm>
            </p:grpSpPr>
            <p:cxnSp>
              <p:nvCxnSpPr>
                <p:cNvPr id="282" name="Google Shape;282;p18"/>
                <p:cNvCxnSpPr/>
                <p:nvPr/>
              </p:nvCxnSpPr>
              <p:spPr>
                <a:xfrm>
                  <a:off x="4966575" y="1880359"/>
                  <a:ext cx="79374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83" name="Google Shape;283;p18"/>
                <p:cNvSpPr/>
                <p:nvPr/>
              </p:nvSpPr>
              <p:spPr>
                <a:xfrm>
                  <a:off x="4580143" y="1138409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 rot="10800000">
                  <a:off x="4580150" y="-316191"/>
                  <a:ext cx="0" cy="445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5" name="Google Shape;285;p18"/>
              <p:cNvSpPr/>
              <p:nvPr/>
            </p:nvSpPr>
            <p:spPr>
              <a:xfrm>
                <a:off x="4446425" y="14275"/>
                <a:ext cx="262500" cy="91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4560575" y="117000"/>
                <a:ext cx="45600" cy="291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18"/>
              <p:cNvGrpSpPr/>
              <p:nvPr/>
            </p:nvGrpSpPr>
            <p:grpSpPr>
              <a:xfrm>
                <a:off x="4439845" y="8562"/>
                <a:ext cx="273654" cy="393837"/>
                <a:chOff x="278145" y="8562"/>
                <a:chExt cx="273654" cy="393837"/>
              </a:xfrm>
            </p:grpSpPr>
            <p:sp>
              <p:nvSpPr>
                <p:cNvPr id="288" name="Google Shape;288;p18"/>
                <p:cNvSpPr/>
                <p:nvPr/>
              </p:nvSpPr>
              <p:spPr>
                <a:xfrm>
                  <a:off x="278145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18"/>
                <p:cNvSpPr/>
                <p:nvPr/>
              </p:nvSpPr>
              <p:spPr>
                <a:xfrm>
                  <a:off x="387445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2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>
          <a:xfrm>
            <a:off x="1322750" y="1783677"/>
            <a:ext cx="2617800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subTitle" idx="1"/>
          </p:nvPr>
        </p:nvSpPr>
        <p:spPr>
          <a:xfrm>
            <a:off x="1190625" y="2587800"/>
            <a:ext cx="2882100" cy="1494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title" idx="2"/>
          </p:nvPr>
        </p:nvSpPr>
        <p:spPr>
          <a:xfrm>
            <a:off x="5203450" y="1783677"/>
            <a:ext cx="2617800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3"/>
          </p:nvPr>
        </p:nvSpPr>
        <p:spPr>
          <a:xfrm>
            <a:off x="5071300" y="2587800"/>
            <a:ext cx="2882100" cy="1494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295" name="Google Shape;295;p19"/>
          <p:cNvCxnSpPr/>
          <p:nvPr/>
        </p:nvCxnSpPr>
        <p:spPr>
          <a:xfrm>
            <a:off x="0" y="408225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2_1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>
            <a:spLocks noGrp="1"/>
          </p:cNvSpPr>
          <p:nvPr>
            <p:ph type="title"/>
          </p:nvPr>
        </p:nvSpPr>
        <p:spPr>
          <a:xfrm>
            <a:off x="3263100" y="3264475"/>
            <a:ext cx="2617800" cy="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0" name="Google Shape;330;p22"/>
          <p:cNvSpPr txBox="1">
            <a:spLocks noGrp="1"/>
          </p:cNvSpPr>
          <p:nvPr>
            <p:ph type="subTitle" idx="1"/>
          </p:nvPr>
        </p:nvSpPr>
        <p:spPr>
          <a:xfrm>
            <a:off x="2385150" y="1198475"/>
            <a:ext cx="4373700" cy="17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0" y="4736400"/>
            <a:ext cx="91440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22"/>
          <p:cNvGrpSpPr/>
          <p:nvPr/>
        </p:nvGrpSpPr>
        <p:grpSpPr>
          <a:xfrm>
            <a:off x="-39750" y="407100"/>
            <a:ext cx="9227728" cy="3915909"/>
            <a:chOff x="-39750" y="407100"/>
            <a:chExt cx="9227728" cy="3915909"/>
          </a:xfrm>
        </p:grpSpPr>
        <p:cxnSp>
          <p:nvCxnSpPr>
            <p:cNvPr id="333" name="Google Shape;333;p22"/>
            <p:cNvCxnSpPr/>
            <p:nvPr/>
          </p:nvCxnSpPr>
          <p:spPr>
            <a:xfrm>
              <a:off x="1176025" y="3126199"/>
              <a:ext cx="6762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4" name="Google Shape;334;p22"/>
            <p:cNvSpPr/>
            <p:nvPr/>
          </p:nvSpPr>
          <p:spPr>
            <a:xfrm>
              <a:off x="826243" y="2384199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5" name="Google Shape;335;p22"/>
            <p:cNvCxnSpPr/>
            <p:nvPr/>
          </p:nvCxnSpPr>
          <p:spPr>
            <a:xfrm rot="10800000">
              <a:off x="-39750" y="407100"/>
              <a:ext cx="537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6" name="Google Shape;336;p22"/>
            <p:cNvSpPr/>
            <p:nvPr/>
          </p:nvSpPr>
          <p:spPr>
            <a:xfrm rot="10800000">
              <a:off x="410231" y="407100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7" name="Google Shape;337;p22"/>
            <p:cNvCxnSpPr/>
            <p:nvPr/>
          </p:nvCxnSpPr>
          <p:spPr>
            <a:xfrm>
              <a:off x="827100" y="1066175"/>
              <a:ext cx="0" cy="1389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" name="Google Shape;338;p22"/>
            <p:cNvSpPr/>
            <p:nvPr/>
          </p:nvSpPr>
          <p:spPr>
            <a:xfrm rot="10800000">
              <a:off x="7905979" y="3125568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9" name="Google Shape;339;p22"/>
            <p:cNvCxnSpPr/>
            <p:nvPr/>
          </p:nvCxnSpPr>
          <p:spPr>
            <a:xfrm>
              <a:off x="8650678" y="4323009"/>
              <a:ext cx="537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0" name="Google Shape;340;p22"/>
            <p:cNvSpPr/>
            <p:nvPr/>
          </p:nvSpPr>
          <p:spPr>
            <a:xfrm>
              <a:off x="8321990" y="3581066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BODY_2_2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7"/>
          <p:cNvSpPr txBox="1">
            <a:spLocks noGrp="1"/>
          </p:cNvSpPr>
          <p:nvPr>
            <p:ph type="title"/>
          </p:nvPr>
        </p:nvSpPr>
        <p:spPr>
          <a:xfrm>
            <a:off x="98960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3" name="Google Shape;443;p27"/>
          <p:cNvSpPr txBox="1">
            <a:spLocks noGrp="1"/>
          </p:cNvSpPr>
          <p:nvPr>
            <p:ph type="subTitle" idx="1"/>
          </p:nvPr>
        </p:nvSpPr>
        <p:spPr>
          <a:xfrm>
            <a:off x="104612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4" name="Google Shape;444;p27"/>
          <p:cNvSpPr txBox="1">
            <a:spLocks noGrp="1"/>
          </p:cNvSpPr>
          <p:nvPr>
            <p:ph type="title" idx="2"/>
          </p:nvPr>
        </p:nvSpPr>
        <p:spPr>
          <a:xfrm>
            <a:off x="365265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5" name="Google Shape;445;p27"/>
          <p:cNvSpPr txBox="1">
            <a:spLocks noGrp="1"/>
          </p:cNvSpPr>
          <p:nvPr>
            <p:ph type="subTitle" idx="3"/>
          </p:nvPr>
        </p:nvSpPr>
        <p:spPr>
          <a:xfrm>
            <a:off x="371342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6" name="Google Shape;446;p27"/>
          <p:cNvSpPr txBox="1">
            <a:spLocks noGrp="1"/>
          </p:cNvSpPr>
          <p:nvPr>
            <p:ph type="title" idx="4"/>
          </p:nvPr>
        </p:nvSpPr>
        <p:spPr>
          <a:xfrm>
            <a:off x="631570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7" name="Google Shape;447;p27"/>
          <p:cNvSpPr txBox="1">
            <a:spLocks noGrp="1"/>
          </p:cNvSpPr>
          <p:nvPr>
            <p:ph type="subTitle" idx="5"/>
          </p:nvPr>
        </p:nvSpPr>
        <p:spPr>
          <a:xfrm>
            <a:off x="637227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8" name="Google Shape;448;p27"/>
          <p:cNvSpPr txBox="1">
            <a:spLocks noGrp="1"/>
          </p:cNvSpPr>
          <p:nvPr>
            <p:ph type="title" idx="6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449" name="Google Shape;449;p27"/>
          <p:cNvCxnSpPr/>
          <p:nvPr/>
        </p:nvCxnSpPr>
        <p:spPr>
          <a:xfrm>
            <a:off x="400050" y="-9525"/>
            <a:ext cx="0" cy="517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0" name="Google Shape;450;p27"/>
          <p:cNvGrpSpPr/>
          <p:nvPr/>
        </p:nvGrpSpPr>
        <p:grpSpPr>
          <a:xfrm>
            <a:off x="8323503" y="-66600"/>
            <a:ext cx="1212437" cy="887103"/>
            <a:chOff x="8323503" y="-66600"/>
            <a:chExt cx="1212437" cy="887103"/>
          </a:xfrm>
        </p:grpSpPr>
        <p:grpSp>
          <p:nvGrpSpPr>
            <p:cNvPr id="451" name="Google Shape;451;p27"/>
            <p:cNvGrpSpPr/>
            <p:nvPr/>
          </p:nvGrpSpPr>
          <p:grpSpPr>
            <a:xfrm rot="5400000">
              <a:off x="8558703" y="-156734"/>
              <a:ext cx="742037" cy="1212437"/>
              <a:chOff x="403357" y="-16594"/>
              <a:chExt cx="742037" cy="1212437"/>
            </a:xfrm>
          </p:grpSpPr>
          <p:sp>
            <p:nvSpPr>
              <p:cNvPr id="452" name="Google Shape;452;p27"/>
              <p:cNvSpPr/>
              <p:nvPr/>
            </p:nvSpPr>
            <p:spPr>
              <a:xfrm rot="-5400000">
                <a:off x="566325" y="616868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53" name="Google Shape;453;p27"/>
              <p:cNvCxnSpPr/>
              <p:nvPr/>
            </p:nvCxnSpPr>
            <p:spPr>
              <a:xfrm rot="10800000">
                <a:off x="1145394" y="-16594"/>
                <a:ext cx="0" cy="790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54" name="Google Shape;454;p27"/>
            <p:cNvCxnSpPr/>
            <p:nvPr/>
          </p:nvCxnSpPr>
          <p:spPr>
            <a:xfrm rot="10800000">
              <a:off x="8323644" y="-66600"/>
              <a:ext cx="0" cy="219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ONE_COLUMN_TEXT_2_1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bg>
      <p:bgPr>
        <a:solidFill>
          <a:schemeClr val="lt2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Rajdhani" panose="02000000000000000000"/>
              <a:buNone/>
              <a:defRPr sz="4500" b="1">
                <a:solidFill>
                  <a:schemeClr val="accent2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 panose="02000000000000000000"/>
              <a:buNone/>
              <a:defRPr sz="3500" b="1">
                <a:solidFill>
                  <a:schemeClr val="accent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 panose="020B0004030503030003"/>
              <a:buChar char="●"/>
              <a:defRPr sz="1800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○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■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●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○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■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●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 panose="020B0004030503030003"/>
              <a:buChar char="○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 panose="020B0004030503030003"/>
              <a:buChar char="■"/>
              <a:defRPr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3"/>
          <p:cNvSpPr txBox="1">
            <a:spLocks noGrp="1"/>
          </p:cNvSpPr>
          <p:nvPr>
            <p:ph type="ctrTitle"/>
          </p:nvPr>
        </p:nvSpPr>
        <p:spPr>
          <a:xfrm>
            <a:off x="2352293" y="745802"/>
            <a:ext cx="5021899" cy="23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 err="1">
                <a:latin typeface="Calibri" panose="020F0502020204030204" charset="0"/>
                <a:cs typeface="Calibri" panose="020F0502020204030204" charset="0"/>
              </a:rPr>
              <a:t>BloodLink</a:t>
            </a:r>
            <a:r>
              <a:rPr lang="en-US" sz="4400" dirty="0">
                <a:latin typeface="Calibri" panose="020F0502020204030204" charset="0"/>
                <a:cs typeface="Calibri" panose="020F0502020204030204" charset="0"/>
              </a:rPr>
              <a:t> – AI-Based Blood Donor Matching System</a:t>
            </a:r>
            <a:endParaRPr sz="4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02" name="Google Shape;502;p33"/>
          <p:cNvSpPr txBox="1">
            <a:spLocks noGrp="1"/>
          </p:cNvSpPr>
          <p:nvPr>
            <p:ph type="subTitle" idx="1"/>
          </p:nvPr>
        </p:nvSpPr>
        <p:spPr>
          <a:xfrm>
            <a:off x="2713703" y="3248371"/>
            <a:ext cx="4004187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Complete Business Plan Presentation</a:t>
            </a:r>
          </a:p>
          <a:p>
            <a:r>
              <a:rPr lang="en-US" dirty="0"/>
              <a:t>AI • Healthcare • Mobile •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5"/>
          <p:cNvSpPr txBox="1">
            <a:spLocks noGrp="1"/>
          </p:cNvSpPr>
          <p:nvPr>
            <p:ph type="title" idx="8"/>
          </p:nvPr>
        </p:nvSpPr>
        <p:spPr>
          <a:xfrm>
            <a:off x="713232" y="528493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800" dirty="0">
                <a:latin typeface="Calibri" panose="020F0502020204030204" charset="0"/>
                <a:cs typeface="Calibri" panose="020F0502020204030204" charset="0"/>
              </a:rPr>
              <a:t>Team &amp; Roles</a:t>
            </a:r>
            <a:endParaRPr lang="en-US" sz="4800" u="none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38" name="Google Shape;538;p35"/>
          <p:cNvSpPr txBox="1">
            <a:spLocks noGrp="1"/>
          </p:cNvSpPr>
          <p:nvPr>
            <p:ph type="title"/>
          </p:nvPr>
        </p:nvSpPr>
        <p:spPr>
          <a:xfrm>
            <a:off x="3204213" y="1894242"/>
            <a:ext cx="890172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CEO</a:t>
            </a:r>
          </a:p>
        </p:txBody>
      </p:sp>
      <p:sp>
        <p:nvSpPr>
          <p:cNvPr id="539" name="Google Shape;539;p35"/>
          <p:cNvSpPr txBox="1">
            <a:spLocks noGrp="1"/>
          </p:cNvSpPr>
          <p:nvPr>
            <p:ph type="subTitle" idx="1"/>
          </p:nvPr>
        </p:nvSpPr>
        <p:spPr>
          <a:xfrm>
            <a:off x="1938331" y="1871706"/>
            <a:ext cx="1711858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600" b="1" dirty="0" err="1" smtClean="0"/>
              <a:t>ShahJahan</a:t>
            </a:r>
            <a:endParaRPr sz="16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1838622" y="1868689"/>
            <a:ext cx="266451" cy="392593"/>
            <a:chOff x="2838875" y="1740401"/>
            <a:chExt cx="242228" cy="392593"/>
          </a:xfrm>
        </p:grpSpPr>
        <p:sp>
          <p:nvSpPr>
            <p:cNvPr id="546" name="Google Shape;546;p35"/>
            <p:cNvSpPr/>
            <p:nvPr/>
          </p:nvSpPr>
          <p:spPr>
            <a:xfrm>
              <a:off x="2838875" y="179927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2882229" y="174040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538;p35"/>
          <p:cNvSpPr txBox="1">
            <a:spLocks noGrp="1"/>
          </p:cNvSpPr>
          <p:nvPr>
            <p:ph type="title"/>
          </p:nvPr>
        </p:nvSpPr>
        <p:spPr>
          <a:xfrm>
            <a:off x="3187011" y="2393220"/>
            <a:ext cx="890172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smtClean="0"/>
              <a:t>CTO</a:t>
            </a:r>
            <a:endParaRPr lang="en-US" dirty="0"/>
          </a:p>
        </p:txBody>
      </p:sp>
      <p:sp>
        <p:nvSpPr>
          <p:cNvPr id="45" name="Google Shape;539;p35"/>
          <p:cNvSpPr txBox="1">
            <a:spLocks noGrp="1"/>
          </p:cNvSpPr>
          <p:nvPr>
            <p:ph type="subTitle" idx="1"/>
          </p:nvPr>
        </p:nvSpPr>
        <p:spPr>
          <a:xfrm>
            <a:off x="1803145" y="2370684"/>
            <a:ext cx="1711858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600" b="1" dirty="0" err="1" smtClean="0"/>
              <a:t>Maqsood</a:t>
            </a:r>
            <a:endParaRPr lang="en-US" sz="1600" b="1" dirty="0"/>
          </a:p>
        </p:txBody>
      </p:sp>
      <p:grpSp>
        <p:nvGrpSpPr>
          <p:cNvPr id="46" name="Group 45"/>
          <p:cNvGrpSpPr/>
          <p:nvPr/>
        </p:nvGrpSpPr>
        <p:grpSpPr>
          <a:xfrm>
            <a:off x="1833531" y="2367667"/>
            <a:ext cx="242228" cy="392593"/>
            <a:chOff x="2838875" y="1740401"/>
            <a:chExt cx="242228" cy="392593"/>
          </a:xfrm>
        </p:grpSpPr>
        <p:sp>
          <p:nvSpPr>
            <p:cNvPr id="47" name="Google Shape;546;p35"/>
            <p:cNvSpPr/>
            <p:nvPr/>
          </p:nvSpPr>
          <p:spPr>
            <a:xfrm>
              <a:off x="2838875" y="179927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5;p35"/>
            <p:cNvSpPr/>
            <p:nvPr/>
          </p:nvSpPr>
          <p:spPr>
            <a:xfrm>
              <a:off x="2882229" y="174040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538;p35"/>
          <p:cNvSpPr txBox="1">
            <a:spLocks noGrp="1"/>
          </p:cNvSpPr>
          <p:nvPr>
            <p:ph type="title"/>
          </p:nvPr>
        </p:nvSpPr>
        <p:spPr>
          <a:xfrm>
            <a:off x="3179637" y="2872553"/>
            <a:ext cx="890172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smtClean="0"/>
              <a:t>CMO</a:t>
            </a:r>
            <a:endParaRPr lang="en-US" dirty="0"/>
          </a:p>
        </p:txBody>
      </p:sp>
      <p:sp>
        <p:nvSpPr>
          <p:cNvPr id="50" name="Google Shape;539;p35"/>
          <p:cNvSpPr txBox="1">
            <a:spLocks noGrp="1"/>
          </p:cNvSpPr>
          <p:nvPr>
            <p:ph type="subTitle" idx="1"/>
          </p:nvPr>
        </p:nvSpPr>
        <p:spPr>
          <a:xfrm>
            <a:off x="1699904" y="2850017"/>
            <a:ext cx="1711858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600" b="1" dirty="0">
                <a:sym typeface="+mn-ea"/>
              </a:rPr>
              <a:t>  </a:t>
            </a:r>
            <a:r>
              <a:rPr lang="en-US" sz="1600" b="1" dirty="0" err="1" smtClean="0">
                <a:sym typeface="+mn-ea"/>
              </a:rPr>
              <a:t>Zubair</a:t>
            </a:r>
            <a:endParaRPr sz="1600" b="1" dirty="0"/>
          </a:p>
        </p:txBody>
      </p:sp>
      <p:grpSp>
        <p:nvGrpSpPr>
          <p:cNvPr id="51" name="Group 50"/>
          <p:cNvGrpSpPr/>
          <p:nvPr/>
        </p:nvGrpSpPr>
        <p:grpSpPr>
          <a:xfrm>
            <a:off x="1814046" y="2847000"/>
            <a:ext cx="266451" cy="392593"/>
            <a:chOff x="2838875" y="1740401"/>
            <a:chExt cx="242228" cy="392593"/>
          </a:xfrm>
        </p:grpSpPr>
        <p:sp>
          <p:nvSpPr>
            <p:cNvPr id="52" name="Google Shape;546;p35"/>
            <p:cNvSpPr/>
            <p:nvPr/>
          </p:nvSpPr>
          <p:spPr>
            <a:xfrm>
              <a:off x="2838875" y="179927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55;p35"/>
            <p:cNvSpPr/>
            <p:nvPr/>
          </p:nvSpPr>
          <p:spPr>
            <a:xfrm>
              <a:off x="2882229" y="174040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38;p35"/>
          <p:cNvSpPr txBox="1">
            <a:spLocks noGrp="1"/>
          </p:cNvSpPr>
          <p:nvPr>
            <p:ph type="title"/>
          </p:nvPr>
        </p:nvSpPr>
        <p:spPr>
          <a:xfrm>
            <a:off x="3162428" y="3354880"/>
            <a:ext cx="890172" cy="4041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smtClean="0"/>
              <a:t>CFO</a:t>
            </a:r>
            <a:endParaRPr lang="en-US" dirty="0"/>
          </a:p>
        </p:txBody>
      </p:sp>
      <p:sp>
        <p:nvSpPr>
          <p:cNvPr id="55" name="Google Shape;539;p35"/>
          <p:cNvSpPr txBox="1">
            <a:spLocks noGrp="1"/>
          </p:cNvSpPr>
          <p:nvPr>
            <p:ph type="subTitle" idx="1"/>
          </p:nvPr>
        </p:nvSpPr>
        <p:spPr>
          <a:xfrm>
            <a:off x="1734313" y="3330258"/>
            <a:ext cx="1711858" cy="362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600" b="1" dirty="0"/>
              <a:t> </a:t>
            </a:r>
            <a:r>
              <a:rPr lang="en-US" sz="1600" b="1" dirty="0" err="1" smtClean="0"/>
              <a:t>Razzaq</a:t>
            </a:r>
            <a:endParaRPr sz="1600" b="1" dirty="0"/>
          </a:p>
        </p:txBody>
      </p:sp>
      <p:grpSp>
        <p:nvGrpSpPr>
          <p:cNvPr id="56" name="Group 55"/>
          <p:cNvGrpSpPr/>
          <p:nvPr/>
        </p:nvGrpSpPr>
        <p:grpSpPr>
          <a:xfrm>
            <a:off x="1796837" y="3326963"/>
            <a:ext cx="266451" cy="356903"/>
            <a:chOff x="2838875" y="1740401"/>
            <a:chExt cx="242228" cy="392593"/>
          </a:xfrm>
        </p:grpSpPr>
        <p:sp>
          <p:nvSpPr>
            <p:cNvPr id="57" name="Google Shape;546;p35"/>
            <p:cNvSpPr/>
            <p:nvPr/>
          </p:nvSpPr>
          <p:spPr>
            <a:xfrm>
              <a:off x="2838875" y="179927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55;p35"/>
            <p:cNvSpPr/>
            <p:nvPr/>
          </p:nvSpPr>
          <p:spPr>
            <a:xfrm>
              <a:off x="2882229" y="174040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38;p35"/>
          <p:cNvSpPr txBox="1">
            <a:spLocks noGrp="1"/>
          </p:cNvSpPr>
          <p:nvPr>
            <p:ph type="title"/>
          </p:nvPr>
        </p:nvSpPr>
        <p:spPr>
          <a:xfrm>
            <a:off x="3167345" y="3804158"/>
            <a:ext cx="890172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smtClean="0"/>
              <a:t>COO</a:t>
            </a:r>
            <a:endParaRPr lang="en-US" dirty="0"/>
          </a:p>
        </p:txBody>
      </p:sp>
      <p:sp>
        <p:nvSpPr>
          <p:cNvPr id="60" name="Google Shape;539;p35"/>
          <p:cNvSpPr txBox="1">
            <a:spLocks noGrp="1"/>
          </p:cNvSpPr>
          <p:nvPr>
            <p:ph type="subTitle" idx="1"/>
          </p:nvPr>
        </p:nvSpPr>
        <p:spPr>
          <a:xfrm>
            <a:off x="1746604" y="3781622"/>
            <a:ext cx="1711858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600" b="1" dirty="0"/>
              <a:t> </a:t>
            </a:r>
            <a:r>
              <a:rPr lang="en-US" sz="1600" b="1" dirty="0" err="1" smtClean="0"/>
              <a:t>shafiq</a:t>
            </a:r>
            <a:endParaRPr sz="1600" b="1" dirty="0"/>
          </a:p>
        </p:txBody>
      </p:sp>
      <p:grpSp>
        <p:nvGrpSpPr>
          <p:cNvPr id="61" name="Group 60"/>
          <p:cNvGrpSpPr/>
          <p:nvPr/>
        </p:nvGrpSpPr>
        <p:grpSpPr>
          <a:xfrm>
            <a:off x="1801754" y="3778605"/>
            <a:ext cx="266451" cy="392593"/>
            <a:chOff x="2838875" y="1740401"/>
            <a:chExt cx="242228" cy="392593"/>
          </a:xfrm>
        </p:grpSpPr>
        <p:sp>
          <p:nvSpPr>
            <p:cNvPr id="62" name="Google Shape;546;p35"/>
            <p:cNvSpPr/>
            <p:nvPr/>
          </p:nvSpPr>
          <p:spPr>
            <a:xfrm>
              <a:off x="2838875" y="179927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5;p35"/>
            <p:cNvSpPr/>
            <p:nvPr/>
          </p:nvSpPr>
          <p:spPr>
            <a:xfrm>
              <a:off x="2882229" y="1740401"/>
              <a:ext cx="198874" cy="333723"/>
            </a:xfrm>
            <a:custGeom>
              <a:avLst/>
              <a:gdLst/>
              <a:ahLst/>
              <a:cxnLst/>
              <a:rect l="l" t="t" r="r" b="b"/>
              <a:pathLst>
                <a:path w="3118" h="5232" extrusionOk="0">
                  <a:moveTo>
                    <a:pt x="1549" y="1"/>
                  </a:moveTo>
                  <a:cubicBezTo>
                    <a:pt x="1549" y="1"/>
                    <a:pt x="0" y="2804"/>
                    <a:pt x="0" y="3662"/>
                  </a:cubicBezTo>
                  <a:cubicBezTo>
                    <a:pt x="0" y="4520"/>
                    <a:pt x="691" y="5231"/>
                    <a:pt x="1549" y="5231"/>
                  </a:cubicBezTo>
                  <a:cubicBezTo>
                    <a:pt x="2407" y="5231"/>
                    <a:pt x="3118" y="4520"/>
                    <a:pt x="3118" y="3662"/>
                  </a:cubicBezTo>
                  <a:cubicBezTo>
                    <a:pt x="3118" y="2804"/>
                    <a:pt x="1549" y="1"/>
                    <a:pt x="1549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0"/>
          <p:cNvSpPr txBox="1">
            <a:spLocks noGrp="1"/>
          </p:cNvSpPr>
          <p:nvPr>
            <p:ph type="body" idx="1"/>
          </p:nvPr>
        </p:nvSpPr>
        <p:spPr>
          <a:xfrm>
            <a:off x="1239006" y="1835351"/>
            <a:ext cx="6814000" cy="12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endParaRPr lang="en-US" sz="2000" dirty="0"/>
          </a:p>
          <a:p>
            <a:pPr algn="l"/>
            <a:r>
              <a:rPr lang="en-US" sz="2000" dirty="0"/>
              <a:t>Critical delays cause preventable deaths.</a:t>
            </a:r>
          </a:p>
          <a:p>
            <a:pPr algn="l"/>
            <a:r>
              <a:rPr lang="en-US" sz="2000" dirty="0"/>
              <a:t>No intelligent, real-time matching system.</a:t>
            </a:r>
          </a:p>
          <a:p>
            <a:pPr algn="l"/>
            <a:r>
              <a:rPr lang="en-US" sz="2000" dirty="0"/>
              <a:t>Low donor consistency and poor coordination.</a:t>
            </a:r>
          </a:p>
          <a:p>
            <a:pPr algn="l"/>
            <a:r>
              <a:rPr lang="en-US" altLang="en-US" sz="2000" dirty="0"/>
              <a:t>Donors are called only after a shortage occurs</a:t>
            </a:r>
          </a:p>
        </p:txBody>
      </p:sp>
      <p:sp>
        <p:nvSpPr>
          <p:cNvPr id="709" name="Google Shape;709;p40"/>
          <p:cNvSpPr txBox="1">
            <a:spLocks noGrp="1"/>
          </p:cNvSpPr>
          <p:nvPr>
            <p:ph type="title"/>
          </p:nvPr>
        </p:nvSpPr>
        <p:spPr>
          <a:xfrm>
            <a:off x="1415288" y="630055"/>
            <a:ext cx="6105600" cy="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Problem Statement</a:t>
            </a:r>
            <a:endParaRPr sz="47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7921652" y="1016442"/>
            <a:ext cx="590613" cy="248975"/>
          </a:xfrm>
          <a:custGeom>
            <a:avLst/>
            <a:gdLst/>
            <a:ahLst/>
            <a:cxnLst/>
            <a:rect l="l" t="t" r="r" b="b"/>
            <a:pathLst>
              <a:path w="10735" h="4526" extrusionOk="0">
                <a:moveTo>
                  <a:pt x="3819" y="634"/>
                </a:moveTo>
                <a:cubicBezTo>
                  <a:pt x="4190" y="634"/>
                  <a:pt x="4562" y="759"/>
                  <a:pt x="4855" y="1010"/>
                </a:cubicBezTo>
                <a:cubicBezTo>
                  <a:pt x="5001" y="1157"/>
                  <a:pt x="5210" y="1387"/>
                  <a:pt x="5608" y="1387"/>
                </a:cubicBezTo>
                <a:lnTo>
                  <a:pt x="6905" y="1387"/>
                </a:lnTo>
                <a:cubicBezTo>
                  <a:pt x="6759" y="1743"/>
                  <a:pt x="6424" y="2015"/>
                  <a:pt x="6005" y="2015"/>
                </a:cubicBezTo>
                <a:lnTo>
                  <a:pt x="4729" y="2015"/>
                </a:lnTo>
                <a:lnTo>
                  <a:pt x="4729" y="2642"/>
                </a:lnTo>
                <a:lnTo>
                  <a:pt x="7219" y="2642"/>
                </a:lnTo>
                <a:lnTo>
                  <a:pt x="8746" y="1638"/>
                </a:lnTo>
                <a:cubicBezTo>
                  <a:pt x="8902" y="1531"/>
                  <a:pt x="9075" y="1483"/>
                  <a:pt x="9248" y="1483"/>
                </a:cubicBezTo>
                <a:cubicBezTo>
                  <a:pt x="9447" y="1483"/>
                  <a:pt x="9645" y="1547"/>
                  <a:pt x="9813" y="1659"/>
                </a:cubicBezTo>
                <a:lnTo>
                  <a:pt x="6842" y="3898"/>
                </a:lnTo>
                <a:lnTo>
                  <a:pt x="628" y="3898"/>
                </a:lnTo>
                <a:lnTo>
                  <a:pt x="628" y="2015"/>
                </a:lnTo>
                <a:lnTo>
                  <a:pt x="1653" y="2015"/>
                </a:lnTo>
                <a:lnTo>
                  <a:pt x="2783" y="1010"/>
                </a:lnTo>
                <a:cubicBezTo>
                  <a:pt x="3076" y="759"/>
                  <a:pt x="3447" y="634"/>
                  <a:pt x="3819" y="634"/>
                </a:cubicBezTo>
                <a:close/>
                <a:moveTo>
                  <a:pt x="3811" y="1"/>
                </a:moveTo>
                <a:cubicBezTo>
                  <a:pt x="3290" y="1"/>
                  <a:pt x="2773" y="184"/>
                  <a:pt x="2365" y="550"/>
                </a:cubicBezTo>
                <a:lnTo>
                  <a:pt x="1402" y="1387"/>
                </a:lnTo>
                <a:lnTo>
                  <a:pt x="0" y="1387"/>
                </a:lnTo>
                <a:lnTo>
                  <a:pt x="0" y="4526"/>
                </a:lnTo>
                <a:lnTo>
                  <a:pt x="7052" y="4526"/>
                </a:lnTo>
                <a:lnTo>
                  <a:pt x="10734" y="1764"/>
                </a:lnTo>
                <a:lnTo>
                  <a:pt x="10546" y="1513"/>
                </a:lnTo>
                <a:cubicBezTo>
                  <a:pt x="10247" y="1084"/>
                  <a:pt x="9762" y="856"/>
                  <a:pt x="9267" y="856"/>
                </a:cubicBezTo>
                <a:cubicBezTo>
                  <a:pt x="8965" y="856"/>
                  <a:pt x="8660" y="941"/>
                  <a:pt x="8391" y="1115"/>
                </a:cubicBezTo>
                <a:lnTo>
                  <a:pt x="7428" y="1743"/>
                </a:lnTo>
                <a:cubicBezTo>
                  <a:pt x="7533" y="1534"/>
                  <a:pt x="7575" y="1303"/>
                  <a:pt x="7575" y="1073"/>
                </a:cubicBezTo>
                <a:lnTo>
                  <a:pt x="7575" y="759"/>
                </a:lnTo>
                <a:lnTo>
                  <a:pt x="5629" y="759"/>
                </a:lnTo>
                <a:cubicBezTo>
                  <a:pt x="5482" y="759"/>
                  <a:pt x="5419" y="676"/>
                  <a:pt x="5273" y="550"/>
                </a:cubicBezTo>
                <a:cubicBezTo>
                  <a:pt x="4855" y="184"/>
                  <a:pt x="4331" y="1"/>
                  <a:pt x="381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40"/>
          <p:cNvGrpSpPr/>
          <p:nvPr/>
        </p:nvGrpSpPr>
        <p:grpSpPr>
          <a:xfrm>
            <a:off x="7617843" y="407229"/>
            <a:ext cx="205706" cy="299027"/>
            <a:chOff x="7755376" y="4015381"/>
            <a:chExt cx="135744" cy="197338"/>
          </a:xfrm>
        </p:grpSpPr>
        <p:sp>
          <p:nvSpPr>
            <p:cNvPr id="713" name="Google Shape;713;p40"/>
            <p:cNvSpPr/>
            <p:nvPr/>
          </p:nvSpPr>
          <p:spPr>
            <a:xfrm>
              <a:off x="7755376" y="4068642"/>
              <a:ext cx="96077" cy="144077"/>
            </a:xfrm>
            <a:custGeom>
              <a:avLst/>
              <a:gdLst/>
              <a:ahLst/>
              <a:cxnLst/>
              <a:rect l="l" t="t" r="r" b="b"/>
              <a:pathLst>
                <a:path w="3139" h="4708" extrusionOk="0">
                  <a:moveTo>
                    <a:pt x="1569" y="0"/>
                  </a:moveTo>
                  <a:lnTo>
                    <a:pt x="209" y="2364"/>
                  </a:lnTo>
                  <a:cubicBezTo>
                    <a:pt x="63" y="2595"/>
                    <a:pt x="0" y="2867"/>
                    <a:pt x="0" y="3139"/>
                  </a:cubicBezTo>
                  <a:cubicBezTo>
                    <a:pt x="0" y="3997"/>
                    <a:pt x="691" y="4708"/>
                    <a:pt x="1569" y="4708"/>
                  </a:cubicBezTo>
                  <a:cubicBezTo>
                    <a:pt x="2427" y="4708"/>
                    <a:pt x="3139" y="3997"/>
                    <a:pt x="3139" y="3139"/>
                  </a:cubicBezTo>
                  <a:cubicBezTo>
                    <a:pt x="3139" y="2867"/>
                    <a:pt x="3055" y="2595"/>
                    <a:pt x="2929" y="2364"/>
                  </a:cubicBezTo>
                  <a:lnTo>
                    <a:pt x="1569" y="0"/>
                  </a:ln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7776359" y="4015381"/>
              <a:ext cx="114760" cy="170924"/>
            </a:xfrm>
            <a:custGeom>
              <a:avLst/>
              <a:gdLst/>
              <a:ahLst/>
              <a:cxnLst/>
              <a:rect l="l" t="t" r="r" b="b"/>
              <a:pathLst>
                <a:path w="3161" h="4708" extrusionOk="0">
                  <a:moveTo>
                    <a:pt x="1570" y="1256"/>
                  </a:moveTo>
                  <a:lnTo>
                    <a:pt x="2386" y="2657"/>
                  </a:lnTo>
                  <a:cubicBezTo>
                    <a:pt x="2470" y="2804"/>
                    <a:pt x="2512" y="2971"/>
                    <a:pt x="2512" y="3139"/>
                  </a:cubicBezTo>
                  <a:cubicBezTo>
                    <a:pt x="2512" y="3662"/>
                    <a:pt x="2093" y="4080"/>
                    <a:pt x="1570" y="4080"/>
                  </a:cubicBezTo>
                  <a:cubicBezTo>
                    <a:pt x="1068" y="4080"/>
                    <a:pt x="628" y="3662"/>
                    <a:pt x="628" y="3139"/>
                  </a:cubicBezTo>
                  <a:cubicBezTo>
                    <a:pt x="628" y="2971"/>
                    <a:pt x="670" y="2804"/>
                    <a:pt x="754" y="2657"/>
                  </a:cubicBezTo>
                  <a:lnTo>
                    <a:pt x="1570" y="1256"/>
                  </a:lnTo>
                  <a:close/>
                  <a:moveTo>
                    <a:pt x="1591" y="0"/>
                  </a:moveTo>
                  <a:lnTo>
                    <a:pt x="231" y="2344"/>
                  </a:lnTo>
                  <a:cubicBezTo>
                    <a:pt x="84" y="2595"/>
                    <a:pt x="22" y="2867"/>
                    <a:pt x="22" y="3139"/>
                  </a:cubicBezTo>
                  <a:cubicBezTo>
                    <a:pt x="1" y="3997"/>
                    <a:pt x="712" y="4708"/>
                    <a:pt x="1570" y="4708"/>
                  </a:cubicBezTo>
                  <a:cubicBezTo>
                    <a:pt x="2449" y="4708"/>
                    <a:pt x="3160" y="3997"/>
                    <a:pt x="3160" y="3139"/>
                  </a:cubicBezTo>
                  <a:cubicBezTo>
                    <a:pt x="3160" y="2867"/>
                    <a:pt x="3077" y="2595"/>
                    <a:pt x="2930" y="2344"/>
                  </a:cubicBezTo>
                  <a:lnTo>
                    <a:pt x="15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5" name="Google Shape;715;p40"/>
          <p:cNvGrpSpPr/>
          <p:nvPr/>
        </p:nvGrpSpPr>
        <p:grpSpPr>
          <a:xfrm>
            <a:off x="8512539" y="407158"/>
            <a:ext cx="224236" cy="224280"/>
            <a:chOff x="7932213" y="1463813"/>
            <a:chExt cx="127125" cy="127150"/>
          </a:xfrm>
        </p:grpSpPr>
        <p:sp>
          <p:nvSpPr>
            <p:cNvPr id="716" name="Google Shape;716;p40"/>
            <p:cNvSpPr/>
            <p:nvPr/>
          </p:nvSpPr>
          <p:spPr>
            <a:xfrm>
              <a:off x="7932213" y="1527113"/>
              <a:ext cx="127125" cy="25"/>
            </a:xfrm>
            <a:custGeom>
              <a:avLst/>
              <a:gdLst/>
              <a:ahLst/>
              <a:cxnLst/>
              <a:rect l="l" t="t" r="r" b="b"/>
              <a:pathLst>
                <a:path w="5085" h="1" fill="none" extrusionOk="0">
                  <a:moveTo>
                    <a:pt x="0" y="1"/>
                  </a:moveTo>
                  <a:lnTo>
                    <a:pt x="5085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7996013" y="1463813"/>
              <a:ext cx="25" cy="127150"/>
            </a:xfrm>
            <a:custGeom>
              <a:avLst/>
              <a:gdLst/>
              <a:ahLst/>
              <a:cxnLst/>
              <a:rect l="l" t="t" r="r" b="b"/>
              <a:pathLst>
                <a:path w="1" h="5086" fill="none" extrusionOk="0">
                  <a:moveTo>
                    <a:pt x="1" y="5085"/>
                  </a:moveTo>
                  <a:lnTo>
                    <a:pt x="1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40"/>
          <p:cNvSpPr/>
          <p:nvPr/>
        </p:nvSpPr>
        <p:spPr>
          <a:xfrm>
            <a:off x="8198463" y="794986"/>
            <a:ext cx="134762" cy="44"/>
          </a:xfrm>
          <a:custGeom>
            <a:avLst/>
            <a:gdLst/>
            <a:ahLst/>
            <a:cxnLst/>
            <a:rect l="l" t="t" r="r" b="b"/>
            <a:pathLst>
              <a:path w="3056" h="1" fill="none" extrusionOk="0">
                <a:moveTo>
                  <a:pt x="1" y="1"/>
                </a:moveTo>
                <a:lnTo>
                  <a:pt x="3055" y="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40"/>
          <p:cNvGrpSpPr/>
          <p:nvPr/>
        </p:nvGrpSpPr>
        <p:grpSpPr>
          <a:xfrm>
            <a:off x="8420033" y="1402255"/>
            <a:ext cx="319454" cy="433097"/>
            <a:chOff x="8107742" y="840353"/>
            <a:chExt cx="299760" cy="406359"/>
          </a:xfrm>
        </p:grpSpPr>
        <p:sp>
          <p:nvSpPr>
            <p:cNvPr id="720" name="Google Shape;720;p40"/>
            <p:cNvSpPr/>
            <p:nvPr/>
          </p:nvSpPr>
          <p:spPr>
            <a:xfrm>
              <a:off x="8107742" y="869102"/>
              <a:ext cx="225509" cy="377609"/>
            </a:xfrm>
            <a:custGeom>
              <a:avLst/>
              <a:gdLst/>
              <a:ahLst/>
              <a:cxnLst/>
              <a:rect l="l" t="t" r="r" b="b"/>
              <a:pathLst>
                <a:path w="6236" h="10442" extrusionOk="0">
                  <a:moveTo>
                    <a:pt x="3118" y="1"/>
                  </a:moveTo>
                  <a:cubicBezTo>
                    <a:pt x="3118" y="1"/>
                    <a:pt x="0" y="5608"/>
                    <a:pt x="0" y="7324"/>
                  </a:cubicBezTo>
                  <a:cubicBezTo>
                    <a:pt x="0" y="9061"/>
                    <a:pt x="1402" y="10442"/>
                    <a:pt x="3118" y="10442"/>
                  </a:cubicBezTo>
                  <a:cubicBezTo>
                    <a:pt x="4833" y="10442"/>
                    <a:pt x="6235" y="9061"/>
                    <a:pt x="6235" y="7324"/>
                  </a:cubicBezTo>
                  <a:cubicBezTo>
                    <a:pt x="6235" y="5608"/>
                    <a:pt x="3118" y="1"/>
                    <a:pt x="3118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8181233" y="840353"/>
              <a:ext cx="226269" cy="378368"/>
            </a:xfrm>
            <a:custGeom>
              <a:avLst/>
              <a:gdLst/>
              <a:ahLst/>
              <a:cxnLst/>
              <a:rect l="l" t="t" r="r" b="b"/>
              <a:pathLst>
                <a:path w="6257" h="10463" fill="none" extrusionOk="0">
                  <a:moveTo>
                    <a:pt x="6257" y="7345"/>
                  </a:moveTo>
                  <a:cubicBezTo>
                    <a:pt x="6257" y="9081"/>
                    <a:pt x="4855" y="10462"/>
                    <a:pt x="3118" y="10462"/>
                  </a:cubicBezTo>
                  <a:cubicBezTo>
                    <a:pt x="1402" y="10462"/>
                    <a:pt x="1" y="9060"/>
                    <a:pt x="1" y="7345"/>
                  </a:cubicBezTo>
                  <a:cubicBezTo>
                    <a:pt x="1" y="5608"/>
                    <a:pt x="3118" y="1"/>
                    <a:pt x="3118" y="1"/>
                  </a:cubicBezTo>
                  <a:cubicBezTo>
                    <a:pt x="3118" y="1"/>
                    <a:pt x="6257" y="5629"/>
                    <a:pt x="6257" y="7345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488;p59"/>
          <p:cNvGrpSpPr/>
          <p:nvPr/>
        </p:nvGrpSpPr>
        <p:grpSpPr>
          <a:xfrm>
            <a:off x="681095" y="487936"/>
            <a:ext cx="389698" cy="389698"/>
            <a:chOff x="4062695" y="2782464"/>
            <a:chExt cx="389698" cy="389698"/>
          </a:xfrm>
        </p:grpSpPr>
        <p:sp>
          <p:nvSpPr>
            <p:cNvPr id="16" name="Google Shape;1489;p59"/>
            <p:cNvSpPr/>
            <p:nvPr/>
          </p:nvSpPr>
          <p:spPr>
            <a:xfrm rot="-2700000">
              <a:off x="4207159" y="2971339"/>
              <a:ext cx="97581" cy="14806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90;p59"/>
            <p:cNvSpPr/>
            <p:nvPr/>
          </p:nvSpPr>
          <p:spPr>
            <a:xfrm>
              <a:off x="4062695" y="2782464"/>
              <a:ext cx="389698" cy="389698"/>
            </a:xfrm>
            <a:custGeom>
              <a:avLst/>
              <a:gdLst/>
              <a:ahLst/>
              <a:cxnLst/>
              <a:rect l="l" t="t" r="r" b="b"/>
              <a:pathLst>
                <a:path w="10734" h="10734" extrusionOk="0">
                  <a:moveTo>
                    <a:pt x="3222" y="2783"/>
                  </a:moveTo>
                  <a:lnTo>
                    <a:pt x="4101" y="3683"/>
                  </a:lnTo>
                  <a:lnTo>
                    <a:pt x="3662" y="4122"/>
                  </a:lnTo>
                  <a:lnTo>
                    <a:pt x="2783" y="3243"/>
                  </a:lnTo>
                  <a:lnTo>
                    <a:pt x="3222" y="2783"/>
                  </a:lnTo>
                  <a:close/>
                  <a:moveTo>
                    <a:pt x="5001" y="3683"/>
                  </a:moveTo>
                  <a:lnTo>
                    <a:pt x="8118" y="6800"/>
                  </a:lnTo>
                  <a:lnTo>
                    <a:pt x="6779" y="8139"/>
                  </a:lnTo>
                  <a:lnTo>
                    <a:pt x="6340" y="7679"/>
                  </a:lnTo>
                  <a:lnTo>
                    <a:pt x="7009" y="7010"/>
                  </a:lnTo>
                  <a:lnTo>
                    <a:pt x="6549" y="6570"/>
                  </a:lnTo>
                  <a:lnTo>
                    <a:pt x="5880" y="7240"/>
                  </a:lnTo>
                  <a:lnTo>
                    <a:pt x="5440" y="6800"/>
                  </a:lnTo>
                  <a:lnTo>
                    <a:pt x="6110" y="6131"/>
                  </a:lnTo>
                  <a:lnTo>
                    <a:pt x="5670" y="5691"/>
                  </a:lnTo>
                  <a:lnTo>
                    <a:pt x="5001" y="6361"/>
                  </a:lnTo>
                  <a:lnTo>
                    <a:pt x="4561" y="5901"/>
                  </a:lnTo>
                  <a:lnTo>
                    <a:pt x="5231" y="5231"/>
                  </a:lnTo>
                  <a:lnTo>
                    <a:pt x="4771" y="4792"/>
                  </a:lnTo>
                  <a:lnTo>
                    <a:pt x="4101" y="5461"/>
                  </a:lnTo>
                  <a:lnTo>
                    <a:pt x="3662" y="5022"/>
                  </a:lnTo>
                  <a:lnTo>
                    <a:pt x="5001" y="3683"/>
                  </a:lnTo>
                  <a:close/>
                  <a:moveTo>
                    <a:pt x="8118" y="7679"/>
                  </a:moveTo>
                  <a:lnTo>
                    <a:pt x="9457" y="9018"/>
                  </a:lnTo>
                  <a:lnTo>
                    <a:pt x="8997" y="9458"/>
                  </a:lnTo>
                  <a:lnTo>
                    <a:pt x="7679" y="8139"/>
                  </a:lnTo>
                  <a:lnTo>
                    <a:pt x="8118" y="7679"/>
                  </a:lnTo>
                  <a:close/>
                  <a:moveTo>
                    <a:pt x="439" y="0"/>
                  </a:moveTo>
                  <a:lnTo>
                    <a:pt x="0" y="440"/>
                  </a:lnTo>
                  <a:lnTo>
                    <a:pt x="2343" y="2783"/>
                  </a:lnTo>
                  <a:lnTo>
                    <a:pt x="1883" y="3222"/>
                  </a:lnTo>
                  <a:lnTo>
                    <a:pt x="3222" y="4561"/>
                  </a:lnTo>
                  <a:lnTo>
                    <a:pt x="2783" y="5001"/>
                  </a:lnTo>
                  <a:lnTo>
                    <a:pt x="6340" y="8579"/>
                  </a:lnTo>
                  <a:lnTo>
                    <a:pt x="5566" y="9353"/>
                  </a:lnTo>
                  <a:lnTo>
                    <a:pt x="6005" y="9792"/>
                  </a:lnTo>
                  <a:lnTo>
                    <a:pt x="7240" y="8579"/>
                  </a:lnTo>
                  <a:lnTo>
                    <a:pt x="8558" y="9897"/>
                  </a:lnTo>
                  <a:lnTo>
                    <a:pt x="8181" y="10274"/>
                  </a:lnTo>
                  <a:lnTo>
                    <a:pt x="8621" y="10734"/>
                  </a:lnTo>
                  <a:lnTo>
                    <a:pt x="10734" y="8621"/>
                  </a:lnTo>
                  <a:lnTo>
                    <a:pt x="10274" y="8202"/>
                  </a:lnTo>
                  <a:lnTo>
                    <a:pt x="9897" y="8579"/>
                  </a:lnTo>
                  <a:lnTo>
                    <a:pt x="8558" y="7240"/>
                  </a:lnTo>
                  <a:lnTo>
                    <a:pt x="9792" y="6026"/>
                  </a:lnTo>
                  <a:lnTo>
                    <a:pt x="9332" y="5587"/>
                  </a:lnTo>
                  <a:lnTo>
                    <a:pt x="8558" y="6361"/>
                  </a:lnTo>
                  <a:lnTo>
                    <a:pt x="5001" y="2783"/>
                  </a:lnTo>
                  <a:lnTo>
                    <a:pt x="4561" y="3222"/>
                  </a:lnTo>
                  <a:lnTo>
                    <a:pt x="3222" y="1904"/>
                  </a:lnTo>
                  <a:lnTo>
                    <a:pt x="2783" y="2344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1195" y="549910"/>
            <a:ext cx="7446010" cy="346710"/>
          </a:xfrm>
        </p:spPr>
        <p:txBody>
          <a:bodyPr/>
          <a:lstStyle/>
          <a:p>
            <a:pPr algn="l"/>
            <a:r>
              <a:rPr lang="en-US" altLang="en-US" sz="2000" dirty="0">
                <a:latin typeface="Arial Black" panose="020B0A04020102020204" charset="0"/>
                <a:cs typeface="Arial Black" panose="020B0A04020102020204" charset="0"/>
              </a:rPr>
              <a:t>  The Solution: BloodLink Ecosystem</a:t>
            </a:r>
            <a:br>
              <a:rPr lang="en-US" altLang="en-US" sz="2000" dirty="0">
                <a:latin typeface="Arial Black" panose="020B0A04020102020204" charset="0"/>
                <a:cs typeface="Arial Black" panose="020B0A04020102020204" charset="0"/>
              </a:rPr>
            </a:br>
            <a:endParaRPr lang="en-US" altLang="en-US" sz="20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60108" y="857250"/>
            <a:ext cx="3495675" cy="34290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2238058" y="977583"/>
            <a:ext cx="485775" cy="3905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-59055" y="144938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1E293B"/>
                </a:solidFill>
                <a:latin typeface="Poppins"/>
                <a:ea typeface="Poppins"/>
              </a:rPr>
              <a:t>For Hospitals</a:t>
            </a: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4821238" y="857250"/>
            <a:ext cx="3495675" cy="3429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5"/>
          <a:stretch>
            <a:fillRect/>
          </a:stretch>
        </p:blipFill>
        <p:spPr>
          <a:xfrm>
            <a:off x="6290628" y="977583"/>
            <a:ext cx="295275" cy="3905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898900" y="144938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1E293B"/>
                </a:solidFill>
                <a:latin typeface="Poppins"/>
                <a:ea typeface="Poppins"/>
              </a:rPr>
              <a:t>For Donors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528310" y="1868170"/>
            <a:ext cx="196786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The </a:t>
            </a:r>
            <a:r>
              <a:rPr lang="en-US" altLang="zh-CN" b="1"/>
              <a:t>Donor Mobile App</a:t>
            </a:r>
            <a:r>
              <a:rPr lang="en-US" altLang="zh-CN"/>
              <a:t> gives every citizen the power to be a lifesaver. Users can instantly declare availability or receive urgent, localized notifications. It's fast, simple, and verifiable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512570" y="1836420"/>
            <a:ext cx="193611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Hospitals use the dashboard to track inventory, manage quality assurance logs, and schedule donor drives. This gives us the verified, real-time data needed for accurate matching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1" name="Google Shape;771;p43"/>
          <p:cNvCxnSpPr/>
          <p:nvPr/>
        </p:nvCxnSpPr>
        <p:spPr>
          <a:xfrm>
            <a:off x="2817300" y="3547450"/>
            <a:ext cx="3618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2" name="Google Shape;772;p43"/>
          <p:cNvSpPr txBox="1">
            <a:spLocks noGrp="1"/>
          </p:cNvSpPr>
          <p:nvPr>
            <p:ph type="body" idx="1"/>
          </p:nvPr>
        </p:nvSpPr>
        <p:spPr>
          <a:xfrm>
            <a:off x="1173799" y="1364469"/>
            <a:ext cx="7307825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en-US" sz="2000" dirty="0"/>
          </a:p>
          <a:p>
            <a:pPr algn="l"/>
            <a:r>
              <a:rPr lang="en-US" sz="2000" dirty="0"/>
              <a:t>Two-sided platform: Donor App + Hospital Web Portal.</a:t>
            </a:r>
          </a:p>
          <a:p>
            <a:pPr algn="l"/>
            <a:r>
              <a:rPr lang="en-US" sz="2000" dirty="0"/>
              <a:t>Real-time intelligent blood supply management.</a:t>
            </a:r>
          </a:p>
          <a:p>
            <a:pPr algn="l"/>
            <a:r>
              <a:rPr lang="en-US" sz="2000" dirty="0"/>
              <a:t>Secure cloud backend and AI-powered decision engine.</a:t>
            </a:r>
          </a:p>
        </p:txBody>
      </p:sp>
      <p:sp>
        <p:nvSpPr>
          <p:cNvPr id="773" name="Google Shape;773;p43"/>
          <p:cNvSpPr txBox="1">
            <a:spLocks noGrp="1"/>
          </p:cNvSpPr>
          <p:nvPr>
            <p:ph type="title"/>
          </p:nvPr>
        </p:nvSpPr>
        <p:spPr>
          <a:xfrm>
            <a:off x="1574470" y="592750"/>
            <a:ext cx="6105600" cy="7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Business Description</a:t>
            </a:r>
            <a:endParaRPr sz="4700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774" name="Google Shape;774;p43"/>
          <p:cNvGrpSpPr/>
          <p:nvPr/>
        </p:nvGrpSpPr>
        <p:grpSpPr>
          <a:xfrm>
            <a:off x="2388713" y="3132618"/>
            <a:ext cx="4366593" cy="570708"/>
            <a:chOff x="2388713" y="3132618"/>
            <a:chExt cx="4366593" cy="570708"/>
          </a:xfrm>
        </p:grpSpPr>
        <p:grpSp>
          <p:nvGrpSpPr>
            <p:cNvPr id="775" name="Google Shape;775;p43"/>
            <p:cNvGrpSpPr/>
            <p:nvPr/>
          </p:nvGrpSpPr>
          <p:grpSpPr>
            <a:xfrm>
              <a:off x="2388713" y="3182416"/>
              <a:ext cx="443284" cy="520910"/>
              <a:chOff x="6186075" y="2782464"/>
              <a:chExt cx="352344" cy="414012"/>
            </a:xfrm>
          </p:grpSpPr>
          <p:sp>
            <p:nvSpPr>
              <p:cNvPr id="776" name="Google Shape;776;p43"/>
              <p:cNvSpPr/>
              <p:nvPr/>
            </p:nvSpPr>
            <p:spPr>
              <a:xfrm rot="10800000">
                <a:off x="6190719" y="2828781"/>
                <a:ext cx="196500" cy="102300"/>
              </a:xfrm>
              <a:prstGeom prst="trapezoid">
                <a:avLst>
                  <a:gd name="adj" fmla="val 31427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7" name="Google Shape;777;p43"/>
              <p:cNvGrpSpPr/>
              <p:nvPr/>
            </p:nvGrpSpPr>
            <p:grpSpPr>
              <a:xfrm>
                <a:off x="6186075" y="3115175"/>
                <a:ext cx="297952" cy="81301"/>
                <a:chOff x="6186075" y="3115175"/>
                <a:chExt cx="297952" cy="81301"/>
              </a:xfrm>
            </p:grpSpPr>
            <p:sp>
              <p:nvSpPr>
                <p:cNvPr id="778" name="Google Shape;778;p43"/>
                <p:cNvSpPr/>
                <p:nvPr/>
              </p:nvSpPr>
              <p:spPr>
                <a:xfrm>
                  <a:off x="6186075" y="3116061"/>
                  <a:ext cx="150642" cy="80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1905" extrusionOk="0">
                      <a:moveTo>
                        <a:pt x="2490" y="0"/>
                      </a:moveTo>
                      <a:lnTo>
                        <a:pt x="1026" y="189"/>
                      </a:lnTo>
                      <a:cubicBezTo>
                        <a:pt x="419" y="398"/>
                        <a:pt x="0" y="1026"/>
                        <a:pt x="0" y="1674"/>
                      </a:cubicBezTo>
                      <a:lnTo>
                        <a:pt x="0" y="1905"/>
                      </a:lnTo>
                      <a:lnTo>
                        <a:pt x="3767" y="1905"/>
                      </a:lnTo>
                      <a:lnTo>
                        <a:pt x="3767" y="1695"/>
                      </a:lnTo>
                      <a:lnTo>
                        <a:pt x="24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43"/>
                <p:cNvSpPr/>
                <p:nvPr/>
              </p:nvSpPr>
              <p:spPr>
                <a:xfrm>
                  <a:off x="6333384" y="3115175"/>
                  <a:ext cx="150642" cy="81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1926" extrusionOk="0">
                      <a:moveTo>
                        <a:pt x="1256" y="1"/>
                      </a:moveTo>
                      <a:lnTo>
                        <a:pt x="0" y="1716"/>
                      </a:lnTo>
                      <a:lnTo>
                        <a:pt x="0" y="1926"/>
                      </a:lnTo>
                      <a:lnTo>
                        <a:pt x="3767" y="1926"/>
                      </a:lnTo>
                      <a:lnTo>
                        <a:pt x="3767" y="1695"/>
                      </a:lnTo>
                      <a:cubicBezTo>
                        <a:pt x="3767" y="1047"/>
                        <a:pt x="3348" y="419"/>
                        <a:pt x="2741" y="210"/>
                      </a:cubicBezTo>
                      <a:lnTo>
                        <a:pt x="125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80" name="Google Shape;780;p43"/>
              <p:cNvSpPr/>
              <p:nvPr/>
            </p:nvSpPr>
            <p:spPr>
              <a:xfrm>
                <a:off x="6196535" y="2782464"/>
                <a:ext cx="341884" cy="389698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0734" extrusionOk="0">
                    <a:moveTo>
                      <a:pt x="4395" y="628"/>
                    </a:moveTo>
                    <a:lnTo>
                      <a:pt x="4395" y="1276"/>
                    </a:lnTo>
                    <a:lnTo>
                      <a:pt x="3767" y="1276"/>
                    </a:lnTo>
                    <a:lnTo>
                      <a:pt x="3767" y="1904"/>
                    </a:lnTo>
                    <a:lnTo>
                      <a:pt x="4395" y="1904"/>
                    </a:lnTo>
                    <a:lnTo>
                      <a:pt x="4395" y="2532"/>
                    </a:lnTo>
                    <a:lnTo>
                      <a:pt x="3202" y="2532"/>
                    </a:lnTo>
                    <a:lnTo>
                      <a:pt x="2616" y="628"/>
                    </a:lnTo>
                    <a:close/>
                    <a:moveTo>
                      <a:pt x="6822" y="628"/>
                    </a:moveTo>
                    <a:lnTo>
                      <a:pt x="6341" y="2532"/>
                    </a:lnTo>
                    <a:lnTo>
                      <a:pt x="5022" y="2532"/>
                    </a:lnTo>
                    <a:lnTo>
                      <a:pt x="5022" y="1904"/>
                    </a:lnTo>
                    <a:lnTo>
                      <a:pt x="5650" y="1904"/>
                    </a:lnTo>
                    <a:lnTo>
                      <a:pt x="5650" y="1276"/>
                    </a:lnTo>
                    <a:lnTo>
                      <a:pt x="5022" y="1276"/>
                    </a:lnTo>
                    <a:lnTo>
                      <a:pt x="5022" y="628"/>
                    </a:lnTo>
                    <a:close/>
                    <a:moveTo>
                      <a:pt x="7010" y="2469"/>
                    </a:moveTo>
                    <a:cubicBezTo>
                      <a:pt x="7282" y="2867"/>
                      <a:pt x="7470" y="3306"/>
                      <a:pt x="7512" y="3787"/>
                    </a:cubicBezTo>
                    <a:lnTo>
                      <a:pt x="4206" y="3787"/>
                    </a:lnTo>
                    <a:lnTo>
                      <a:pt x="3579" y="3160"/>
                    </a:lnTo>
                    <a:lnTo>
                      <a:pt x="6843" y="3160"/>
                    </a:lnTo>
                    <a:lnTo>
                      <a:pt x="7010" y="2469"/>
                    </a:lnTo>
                    <a:close/>
                    <a:moveTo>
                      <a:pt x="2491" y="2364"/>
                    </a:moveTo>
                    <a:lnTo>
                      <a:pt x="2742" y="3160"/>
                    </a:lnTo>
                    <a:lnTo>
                      <a:pt x="3328" y="3160"/>
                    </a:lnTo>
                    <a:lnTo>
                      <a:pt x="2700" y="3787"/>
                    </a:lnTo>
                    <a:lnTo>
                      <a:pt x="2512" y="3787"/>
                    </a:lnTo>
                    <a:cubicBezTo>
                      <a:pt x="2281" y="3787"/>
                      <a:pt x="2072" y="3850"/>
                      <a:pt x="1884" y="3955"/>
                    </a:cubicBezTo>
                    <a:cubicBezTo>
                      <a:pt x="1905" y="3369"/>
                      <a:pt x="2135" y="2825"/>
                      <a:pt x="2491" y="2364"/>
                    </a:cubicBezTo>
                    <a:close/>
                    <a:moveTo>
                      <a:pt x="2512" y="4436"/>
                    </a:moveTo>
                    <a:lnTo>
                      <a:pt x="2512" y="5377"/>
                    </a:lnTo>
                    <a:cubicBezTo>
                      <a:pt x="2512" y="5482"/>
                      <a:pt x="2512" y="5587"/>
                      <a:pt x="2533" y="5691"/>
                    </a:cubicBezTo>
                    <a:lnTo>
                      <a:pt x="2512" y="5691"/>
                    </a:lnTo>
                    <a:cubicBezTo>
                      <a:pt x="2156" y="5691"/>
                      <a:pt x="1884" y="5398"/>
                      <a:pt x="1884" y="5064"/>
                    </a:cubicBezTo>
                    <a:cubicBezTo>
                      <a:pt x="1884" y="4708"/>
                      <a:pt x="2156" y="4436"/>
                      <a:pt x="2512" y="4436"/>
                    </a:cubicBezTo>
                    <a:close/>
                    <a:moveTo>
                      <a:pt x="6906" y="4436"/>
                    </a:moveTo>
                    <a:cubicBezTo>
                      <a:pt x="7261" y="4436"/>
                      <a:pt x="7533" y="4708"/>
                      <a:pt x="7533" y="5064"/>
                    </a:cubicBezTo>
                    <a:cubicBezTo>
                      <a:pt x="7533" y="5398"/>
                      <a:pt x="7261" y="5691"/>
                      <a:pt x="6906" y="5691"/>
                    </a:cubicBezTo>
                    <a:lnTo>
                      <a:pt x="6885" y="5691"/>
                    </a:lnTo>
                    <a:cubicBezTo>
                      <a:pt x="6906" y="5587"/>
                      <a:pt x="6906" y="5482"/>
                      <a:pt x="6906" y="5377"/>
                    </a:cubicBezTo>
                    <a:lnTo>
                      <a:pt x="6906" y="4436"/>
                    </a:lnTo>
                    <a:close/>
                    <a:moveTo>
                      <a:pt x="3453" y="3934"/>
                    </a:moveTo>
                    <a:lnTo>
                      <a:pt x="3955" y="4436"/>
                    </a:lnTo>
                    <a:lnTo>
                      <a:pt x="6278" y="4436"/>
                    </a:lnTo>
                    <a:lnTo>
                      <a:pt x="6278" y="5357"/>
                    </a:lnTo>
                    <a:cubicBezTo>
                      <a:pt x="6278" y="6235"/>
                      <a:pt x="5566" y="6947"/>
                      <a:pt x="4709" y="6947"/>
                    </a:cubicBezTo>
                    <a:cubicBezTo>
                      <a:pt x="3830" y="6947"/>
                      <a:pt x="3139" y="6235"/>
                      <a:pt x="3139" y="5377"/>
                    </a:cubicBezTo>
                    <a:lnTo>
                      <a:pt x="3139" y="4248"/>
                    </a:lnTo>
                    <a:lnTo>
                      <a:pt x="3453" y="3934"/>
                    </a:lnTo>
                    <a:close/>
                    <a:moveTo>
                      <a:pt x="1842" y="6131"/>
                    </a:moveTo>
                    <a:cubicBezTo>
                      <a:pt x="2030" y="6235"/>
                      <a:pt x="2261" y="6319"/>
                      <a:pt x="2512" y="6319"/>
                    </a:cubicBezTo>
                    <a:lnTo>
                      <a:pt x="2721" y="6319"/>
                    </a:lnTo>
                    <a:cubicBezTo>
                      <a:pt x="2867" y="6612"/>
                      <a:pt x="3056" y="6863"/>
                      <a:pt x="3307" y="7072"/>
                    </a:cubicBezTo>
                    <a:lnTo>
                      <a:pt x="3202" y="7533"/>
                    </a:lnTo>
                    <a:lnTo>
                      <a:pt x="1507" y="7763"/>
                    </a:lnTo>
                    <a:lnTo>
                      <a:pt x="1465" y="7763"/>
                    </a:lnTo>
                    <a:cubicBezTo>
                      <a:pt x="1340" y="7805"/>
                      <a:pt x="1235" y="7867"/>
                      <a:pt x="1110" y="7930"/>
                    </a:cubicBezTo>
                    <a:lnTo>
                      <a:pt x="921" y="7846"/>
                    </a:lnTo>
                    <a:cubicBezTo>
                      <a:pt x="733" y="7742"/>
                      <a:pt x="628" y="7554"/>
                      <a:pt x="628" y="7344"/>
                    </a:cubicBezTo>
                    <a:lnTo>
                      <a:pt x="628" y="7030"/>
                    </a:lnTo>
                    <a:cubicBezTo>
                      <a:pt x="658" y="7033"/>
                      <a:pt x="687" y="7034"/>
                      <a:pt x="717" y="7034"/>
                    </a:cubicBezTo>
                    <a:cubicBezTo>
                      <a:pt x="922" y="7034"/>
                      <a:pt x="1136" y="6973"/>
                      <a:pt x="1319" y="6863"/>
                    </a:cubicBezTo>
                    <a:cubicBezTo>
                      <a:pt x="1591" y="6696"/>
                      <a:pt x="1779" y="6424"/>
                      <a:pt x="1842" y="6131"/>
                    </a:cubicBezTo>
                    <a:close/>
                    <a:moveTo>
                      <a:pt x="7575" y="6131"/>
                    </a:moveTo>
                    <a:cubicBezTo>
                      <a:pt x="7638" y="6424"/>
                      <a:pt x="7826" y="6696"/>
                      <a:pt x="8098" y="6863"/>
                    </a:cubicBezTo>
                    <a:cubicBezTo>
                      <a:pt x="8281" y="6973"/>
                      <a:pt x="8495" y="7034"/>
                      <a:pt x="8700" y="7034"/>
                    </a:cubicBezTo>
                    <a:cubicBezTo>
                      <a:pt x="8730" y="7034"/>
                      <a:pt x="8759" y="7033"/>
                      <a:pt x="8789" y="7030"/>
                    </a:cubicBezTo>
                    <a:lnTo>
                      <a:pt x="8789" y="7344"/>
                    </a:lnTo>
                    <a:cubicBezTo>
                      <a:pt x="8789" y="7554"/>
                      <a:pt x="8684" y="7742"/>
                      <a:pt x="8496" y="7846"/>
                    </a:cubicBezTo>
                    <a:lnTo>
                      <a:pt x="8307" y="7930"/>
                    </a:lnTo>
                    <a:cubicBezTo>
                      <a:pt x="8182" y="7867"/>
                      <a:pt x="8077" y="7826"/>
                      <a:pt x="7952" y="7763"/>
                    </a:cubicBezTo>
                    <a:lnTo>
                      <a:pt x="7910" y="7763"/>
                    </a:lnTo>
                    <a:lnTo>
                      <a:pt x="6215" y="7533"/>
                    </a:lnTo>
                    <a:lnTo>
                      <a:pt x="6090" y="7072"/>
                    </a:lnTo>
                    <a:cubicBezTo>
                      <a:pt x="6341" y="6863"/>
                      <a:pt x="6550" y="6612"/>
                      <a:pt x="6696" y="6319"/>
                    </a:cubicBezTo>
                    <a:lnTo>
                      <a:pt x="6906" y="6319"/>
                    </a:lnTo>
                    <a:cubicBezTo>
                      <a:pt x="7157" y="6319"/>
                      <a:pt x="7366" y="6256"/>
                      <a:pt x="7575" y="6131"/>
                    </a:cubicBezTo>
                    <a:close/>
                    <a:moveTo>
                      <a:pt x="5525" y="7407"/>
                    </a:moveTo>
                    <a:lnTo>
                      <a:pt x="5671" y="7951"/>
                    </a:lnTo>
                    <a:lnTo>
                      <a:pt x="4709" y="9269"/>
                    </a:lnTo>
                    <a:lnTo>
                      <a:pt x="3746" y="7951"/>
                    </a:lnTo>
                    <a:lnTo>
                      <a:pt x="3893" y="7407"/>
                    </a:lnTo>
                    <a:cubicBezTo>
                      <a:pt x="4144" y="7512"/>
                      <a:pt x="4416" y="7574"/>
                      <a:pt x="4709" y="7574"/>
                    </a:cubicBezTo>
                    <a:cubicBezTo>
                      <a:pt x="5002" y="7574"/>
                      <a:pt x="5274" y="7512"/>
                      <a:pt x="5525" y="7407"/>
                    </a:cubicBezTo>
                    <a:close/>
                    <a:moveTo>
                      <a:pt x="3139" y="8181"/>
                    </a:moveTo>
                    <a:lnTo>
                      <a:pt x="4395" y="9897"/>
                    </a:lnTo>
                    <a:lnTo>
                      <a:pt x="4395" y="10106"/>
                    </a:lnTo>
                    <a:lnTo>
                      <a:pt x="628" y="10106"/>
                    </a:lnTo>
                    <a:lnTo>
                      <a:pt x="628" y="9876"/>
                    </a:lnTo>
                    <a:cubicBezTo>
                      <a:pt x="628" y="9207"/>
                      <a:pt x="1047" y="8600"/>
                      <a:pt x="1654" y="8370"/>
                    </a:cubicBezTo>
                    <a:lnTo>
                      <a:pt x="3139" y="8181"/>
                    </a:lnTo>
                    <a:close/>
                    <a:moveTo>
                      <a:pt x="6278" y="8181"/>
                    </a:moveTo>
                    <a:lnTo>
                      <a:pt x="7763" y="8370"/>
                    </a:lnTo>
                    <a:cubicBezTo>
                      <a:pt x="8370" y="8600"/>
                      <a:pt x="8789" y="9207"/>
                      <a:pt x="8789" y="9876"/>
                    </a:cubicBezTo>
                    <a:lnTo>
                      <a:pt x="8789" y="10106"/>
                    </a:lnTo>
                    <a:lnTo>
                      <a:pt x="5022" y="10106"/>
                    </a:lnTo>
                    <a:lnTo>
                      <a:pt x="5022" y="9897"/>
                    </a:lnTo>
                    <a:lnTo>
                      <a:pt x="6278" y="8181"/>
                    </a:lnTo>
                    <a:close/>
                    <a:moveTo>
                      <a:pt x="1758" y="0"/>
                    </a:moveTo>
                    <a:lnTo>
                      <a:pt x="2281" y="1653"/>
                    </a:lnTo>
                    <a:cubicBezTo>
                      <a:pt x="1612" y="2302"/>
                      <a:pt x="1256" y="3160"/>
                      <a:pt x="1256" y="4164"/>
                    </a:cubicBezTo>
                    <a:lnTo>
                      <a:pt x="1256" y="5859"/>
                    </a:lnTo>
                    <a:cubicBezTo>
                      <a:pt x="1256" y="6047"/>
                      <a:pt x="1152" y="6214"/>
                      <a:pt x="984" y="6319"/>
                    </a:cubicBezTo>
                    <a:cubicBezTo>
                      <a:pt x="892" y="6377"/>
                      <a:pt x="794" y="6409"/>
                      <a:pt x="693" y="6409"/>
                    </a:cubicBezTo>
                    <a:cubicBezTo>
                      <a:pt x="610" y="6409"/>
                      <a:pt x="525" y="6387"/>
                      <a:pt x="440" y="6340"/>
                    </a:cubicBezTo>
                    <a:lnTo>
                      <a:pt x="1" y="6110"/>
                    </a:lnTo>
                    <a:lnTo>
                      <a:pt x="1" y="7344"/>
                    </a:lnTo>
                    <a:cubicBezTo>
                      <a:pt x="1" y="7763"/>
                      <a:pt x="210" y="8160"/>
                      <a:pt x="566" y="8370"/>
                    </a:cubicBezTo>
                    <a:cubicBezTo>
                      <a:pt x="210" y="8767"/>
                      <a:pt x="1" y="9311"/>
                      <a:pt x="1" y="9876"/>
                    </a:cubicBezTo>
                    <a:lnTo>
                      <a:pt x="1" y="10734"/>
                    </a:lnTo>
                    <a:lnTo>
                      <a:pt x="9416" y="10734"/>
                    </a:lnTo>
                    <a:lnTo>
                      <a:pt x="9416" y="9876"/>
                    </a:lnTo>
                    <a:cubicBezTo>
                      <a:pt x="9416" y="9311"/>
                      <a:pt x="9207" y="8767"/>
                      <a:pt x="8831" y="8370"/>
                    </a:cubicBezTo>
                    <a:cubicBezTo>
                      <a:pt x="9207" y="8160"/>
                      <a:pt x="9416" y="7763"/>
                      <a:pt x="9416" y="7344"/>
                    </a:cubicBezTo>
                    <a:lnTo>
                      <a:pt x="9416" y="6110"/>
                    </a:lnTo>
                    <a:lnTo>
                      <a:pt x="8956" y="6340"/>
                    </a:lnTo>
                    <a:cubicBezTo>
                      <a:pt x="8881" y="6387"/>
                      <a:pt x="8801" y="6409"/>
                      <a:pt x="8721" y="6409"/>
                    </a:cubicBezTo>
                    <a:cubicBezTo>
                      <a:pt x="8623" y="6409"/>
                      <a:pt x="8525" y="6377"/>
                      <a:pt x="8433" y="6319"/>
                    </a:cubicBezTo>
                    <a:cubicBezTo>
                      <a:pt x="8266" y="6214"/>
                      <a:pt x="8161" y="6047"/>
                      <a:pt x="8161" y="5859"/>
                    </a:cubicBezTo>
                    <a:lnTo>
                      <a:pt x="8161" y="4122"/>
                    </a:lnTo>
                    <a:cubicBezTo>
                      <a:pt x="8161" y="3222"/>
                      <a:pt x="7826" y="2364"/>
                      <a:pt x="7198" y="1716"/>
                    </a:cubicBezTo>
                    <a:lnTo>
                      <a:pt x="76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1" name="Google Shape;781;p43"/>
            <p:cNvGrpSpPr/>
            <p:nvPr/>
          </p:nvGrpSpPr>
          <p:grpSpPr>
            <a:xfrm>
              <a:off x="4319992" y="3198188"/>
              <a:ext cx="507720" cy="489404"/>
              <a:chOff x="1936232" y="3385616"/>
              <a:chExt cx="403561" cy="388972"/>
            </a:xfrm>
          </p:grpSpPr>
          <p:sp>
            <p:nvSpPr>
              <p:cNvPr id="782" name="Google Shape;782;p43"/>
              <p:cNvSpPr/>
              <p:nvPr/>
            </p:nvSpPr>
            <p:spPr>
              <a:xfrm>
                <a:off x="1936232" y="3620219"/>
                <a:ext cx="87226" cy="87251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256" extrusionOk="0">
                    <a:moveTo>
                      <a:pt x="628" y="1"/>
                    </a:moveTo>
                    <a:cubicBezTo>
                      <a:pt x="293" y="1"/>
                      <a:pt x="1" y="273"/>
                      <a:pt x="1" y="628"/>
                    </a:cubicBezTo>
                    <a:cubicBezTo>
                      <a:pt x="1" y="963"/>
                      <a:pt x="293" y="1256"/>
                      <a:pt x="628" y="1256"/>
                    </a:cubicBezTo>
                    <a:cubicBezTo>
                      <a:pt x="984" y="1256"/>
                      <a:pt x="1256" y="963"/>
                      <a:pt x="1256" y="628"/>
                    </a:cubicBezTo>
                    <a:cubicBezTo>
                      <a:pt x="1256" y="273"/>
                      <a:pt x="984" y="1"/>
                      <a:pt x="628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43"/>
              <p:cNvSpPr/>
              <p:nvPr/>
            </p:nvSpPr>
            <p:spPr>
              <a:xfrm>
                <a:off x="2108750" y="3432765"/>
                <a:ext cx="113949" cy="113600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926" extrusionOk="0">
                    <a:moveTo>
                      <a:pt x="0" y="0"/>
                    </a:moveTo>
                    <a:lnTo>
                      <a:pt x="0" y="1925"/>
                    </a:lnTo>
                    <a:lnTo>
                      <a:pt x="1883" y="1925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43"/>
              <p:cNvSpPr/>
              <p:nvPr/>
            </p:nvSpPr>
            <p:spPr>
              <a:xfrm>
                <a:off x="1950095" y="3385616"/>
                <a:ext cx="389698" cy="388972"/>
              </a:xfrm>
              <a:custGeom>
                <a:avLst/>
                <a:gdLst/>
                <a:ahLst/>
                <a:cxnLst/>
                <a:rect l="l" t="t" r="r" b="b"/>
                <a:pathLst>
                  <a:path w="10734" h="10714" extrusionOk="0">
                    <a:moveTo>
                      <a:pt x="8202" y="628"/>
                    </a:moveTo>
                    <a:lnTo>
                      <a:pt x="8202" y="2532"/>
                    </a:lnTo>
                    <a:lnTo>
                      <a:pt x="6319" y="2532"/>
                    </a:lnTo>
                    <a:lnTo>
                      <a:pt x="6319" y="628"/>
                    </a:lnTo>
                    <a:close/>
                    <a:moveTo>
                      <a:pt x="1883" y="6298"/>
                    </a:moveTo>
                    <a:cubicBezTo>
                      <a:pt x="2239" y="6298"/>
                      <a:pt x="2511" y="6591"/>
                      <a:pt x="2511" y="6926"/>
                    </a:cubicBezTo>
                    <a:cubicBezTo>
                      <a:pt x="2511" y="7282"/>
                      <a:pt x="2239" y="7554"/>
                      <a:pt x="1883" y="7554"/>
                    </a:cubicBezTo>
                    <a:cubicBezTo>
                      <a:pt x="1548" y="7554"/>
                      <a:pt x="1256" y="7282"/>
                      <a:pt x="1256" y="6926"/>
                    </a:cubicBezTo>
                    <a:cubicBezTo>
                      <a:pt x="1256" y="6591"/>
                      <a:pt x="1548" y="6298"/>
                      <a:pt x="1883" y="6298"/>
                    </a:cubicBezTo>
                    <a:close/>
                    <a:moveTo>
                      <a:pt x="9165" y="6298"/>
                    </a:moveTo>
                    <a:cubicBezTo>
                      <a:pt x="9688" y="6298"/>
                      <a:pt x="10106" y="6717"/>
                      <a:pt x="10106" y="7240"/>
                    </a:cubicBezTo>
                    <a:lnTo>
                      <a:pt x="10106" y="7554"/>
                    </a:lnTo>
                    <a:lnTo>
                      <a:pt x="3787" y="7554"/>
                    </a:lnTo>
                    <a:lnTo>
                      <a:pt x="3787" y="6298"/>
                    </a:lnTo>
                    <a:close/>
                    <a:moveTo>
                      <a:pt x="10106" y="8182"/>
                    </a:moveTo>
                    <a:lnTo>
                      <a:pt x="10106" y="8809"/>
                    </a:lnTo>
                    <a:lnTo>
                      <a:pt x="628" y="8809"/>
                    </a:lnTo>
                    <a:lnTo>
                      <a:pt x="628" y="8182"/>
                    </a:lnTo>
                    <a:close/>
                    <a:moveTo>
                      <a:pt x="5691" y="0"/>
                    </a:moveTo>
                    <a:lnTo>
                      <a:pt x="5691" y="3160"/>
                    </a:lnTo>
                    <a:lnTo>
                      <a:pt x="6947" y="3160"/>
                    </a:lnTo>
                    <a:lnTo>
                      <a:pt x="6947" y="4101"/>
                    </a:lnTo>
                    <a:cubicBezTo>
                      <a:pt x="6947" y="4269"/>
                      <a:pt x="6800" y="4415"/>
                      <a:pt x="6633" y="4415"/>
                    </a:cubicBezTo>
                    <a:lnTo>
                      <a:pt x="4101" y="4415"/>
                    </a:lnTo>
                    <a:cubicBezTo>
                      <a:pt x="3578" y="4415"/>
                      <a:pt x="3160" y="4855"/>
                      <a:pt x="3160" y="5357"/>
                    </a:cubicBezTo>
                    <a:lnTo>
                      <a:pt x="3160" y="7554"/>
                    </a:lnTo>
                    <a:lnTo>
                      <a:pt x="2971" y="7554"/>
                    </a:lnTo>
                    <a:cubicBezTo>
                      <a:pt x="3097" y="7366"/>
                      <a:pt x="3160" y="7156"/>
                      <a:pt x="3160" y="6926"/>
                    </a:cubicBezTo>
                    <a:cubicBezTo>
                      <a:pt x="3160" y="6236"/>
                      <a:pt x="2595" y="5671"/>
                      <a:pt x="1883" y="5671"/>
                    </a:cubicBezTo>
                    <a:cubicBezTo>
                      <a:pt x="1193" y="5671"/>
                      <a:pt x="628" y="6236"/>
                      <a:pt x="628" y="6926"/>
                    </a:cubicBezTo>
                    <a:cubicBezTo>
                      <a:pt x="628" y="7156"/>
                      <a:pt x="691" y="7387"/>
                      <a:pt x="795" y="7554"/>
                    </a:cubicBezTo>
                    <a:lnTo>
                      <a:pt x="628" y="7554"/>
                    </a:lnTo>
                    <a:lnTo>
                      <a:pt x="628" y="3788"/>
                    </a:lnTo>
                    <a:lnTo>
                      <a:pt x="0" y="3788"/>
                    </a:lnTo>
                    <a:lnTo>
                      <a:pt x="0" y="10713"/>
                    </a:lnTo>
                    <a:lnTo>
                      <a:pt x="628" y="10713"/>
                    </a:lnTo>
                    <a:lnTo>
                      <a:pt x="628" y="9437"/>
                    </a:lnTo>
                    <a:lnTo>
                      <a:pt x="10106" y="9437"/>
                    </a:lnTo>
                    <a:lnTo>
                      <a:pt x="10106" y="10713"/>
                    </a:lnTo>
                    <a:lnTo>
                      <a:pt x="10734" y="10713"/>
                    </a:lnTo>
                    <a:lnTo>
                      <a:pt x="10734" y="7240"/>
                    </a:lnTo>
                    <a:cubicBezTo>
                      <a:pt x="10734" y="6382"/>
                      <a:pt x="10023" y="5671"/>
                      <a:pt x="9165" y="5671"/>
                    </a:cubicBezTo>
                    <a:lnTo>
                      <a:pt x="3787" y="5671"/>
                    </a:lnTo>
                    <a:lnTo>
                      <a:pt x="3787" y="5357"/>
                    </a:lnTo>
                    <a:cubicBezTo>
                      <a:pt x="3787" y="5190"/>
                      <a:pt x="3913" y="5043"/>
                      <a:pt x="4101" y="5043"/>
                    </a:cubicBezTo>
                    <a:lnTo>
                      <a:pt x="6633" y="5043"/>
                    </a:lnTo>
                    <a:cubicBezTo>
                      <a:pt x="7135" y="5043"/>
                      <a:pt x="7574" y="4625"/>
                      <a:pt x="7574" y="4101"/>
                    </a:cubicBezTo>
                    <a:lnTo>
                      <a:pt x="7574" y="3160"/>
                    </a:lnTo>
                    <a:lnTo>
                      <a:pt x="8830" y="3160"/>
                    </a:lnTo>
                    <a:lnTo>
                      <a:pt x="88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5" name="Google Shape;785;p43"/>
            <p:cNvGrpSpPr/>
            <p:nvPr/>
          </p:nvGrpSpPr>
          <p:grpSpPr>
            <a:xfrm>
              <a:off x="5318486" y="3231032"/>
              <a:ext cx="470162" cy="423402"/>
              <a:chOff x="4009262" y="1648300"/>
              <a:chExt cx="443131" cy="399059"/>
            </a:xfrm>
          </p:grpSpPr>
          <p:sp>
            <p:nvSpPr>
              <p:cNvPr id="786" name="Google Shape;786;p43"/>
              <p:cNvSpPr/>
              <p:nvPr/>
            </p:nvSpPr>
            <p:spPr>
              <a:xfrm>
                <a:off x="4009262" y="1694112"/>
                <a:ext cx="400372" cy="353248"/>
              </a:xfrm>
              <a:custGeom>
                <a:avLst/>
                <a:gdLst/>
                <a:ahLst/>
                <a:cxnLst/>
                <a:rect l="l" t="t" r="r" b="b"/>
                <a:pathLst>
                  <a:path w="11028" h="9730" extrusionOk="0">
                    <a:moveTo>
                      <a:pt x="3901" y="0"/>
                    </a:moveTo>
                    <a:cubicBezTo>
                      <a:pt x="3773" y="0"/>
                      <a:pt x="3645" y="7"/>
                      <a:pt x="3516" y="21"/>
                    </a:cubicBezTo>
                    <a:cubicBezTo>
                      <a:pt x="2679" y="126"/>
                      <a:pt x="1905" y="523"/>
                      <a:pt x="1319" y="1151"/>
                    </a:cubicBezTo>
                    <a:lnTo>
                      <a:pt x="1068" y="1444"/>
                    </a:lnTo>
                    <a:cubicBezTo>
                      <a:pt x="0" y="2637"/>
                      <a:pt x="42" y="4478"/>
                      <a:pt x="1193" y="5629"/>
                    </a:cubicBezTo>
                    <a:lnTo>
                      <a:pt x="2344" y="6800"/>
                    </a:lnTo>
                    <a:cubicBezTo>
                      <a:pt x="2511" y="6947"/>
                      <a:pt x="2721" y="7051"/>
                      <a:pt x="2972" y="7072"/>
                    </a:cubicBezTo>
                    <a:cubicBezTo>
                      <a:pt x="2972" y="7302"/>
                      <a:pt x="3076" y="7512"/>
                      <a:pt x="3244" y="7679"/>
                    </a:cubicBezTo>
                    <a:cubicBezTo>
                      <a:pt x="3411" y="7846"/>
                      <a:pt x="3620" y="7951"/>
                      <a:pt x="3850" y="7951"/>
                    </a:cubicBezTo>
                    <a:cubicBezTo>
                      <a:pt x="3871" y="8181"/>
                      <a:pt x="3955" y="8411"/>
                      <a:pt x="4122" y="8579"/>
                    </a:cubicBezTo>
                    <a:cubicBezTo>
                      <a:pt x="4290" y="8746"/>
                      <a:pt x="4520" y="8830"/>
                      <a:pt x="4750" y="8851"/>
                    </a:cubicBezTo>
                    <a:cubicBezTo>
                      <a:pt x="4750" y="9081"/>
                      <a:pt x="4855" y="9290"/>
                      <a:pt x="5022" y="9458"/>
                    </a:cubicBezTo>
                    <a:cubicBezTo>
                      <a:pt x="5190" y="9646"/>
                      <a:pt x="5441" y="9730"/>
                      <a:pt x="5692" y="9730"/>
                    </a:cubicBezTo>
                    <a:cubicBezTo>
                      <a:pt x="5922" y="9730"/>
                      <a:pt x="6173" y="9646"/>
                      <a:pt x="6340" y="9458"/>
                    </a:cubicBezTo>
                    <a:lnTo>
                      <a:pt x="7240" y="8579"/>
                    </a:lnTo>
                    <a:cubicBezTo>
                      <a:pt x="7407" y="8411"/>
                      <a:pt x="7491" y="8181"/>
                      <a:pt x="7512" y="7951"/>
                    </a:cubicBezTo>
                    <a:cubicBezTo>
                      <a:pt x="7742" y="7951"/>
                      <a:pt x="7951" y="7846"/>
                      <a:pt x="8119" y="7679"/>
                    </a:cubicBezTo>
                    <a:cubicBezTo>
                      <a:pt x="8286" y="7512"/>
                      <a:pt x="8391" y="7302"/>
                      <a:pt x="8412" y="7072"/>
                    </a:cubicBezTo>
                    <a:cubicBezTo>
                      <a:pt x="8621" y="7051"/>
                      <a:pt x="8851" y="6968"/>
                      <a:pt x="9019" y="6800"/>
                    </a:cubicBezTo>
                    <a:cubicBezTo>
                      <a:pt x="9186" y="6633"/>
                      <a:pt x="9270" y="6403"/>
                      <a:pt x="9291" y="6173"/>
                    </a:cubicBezTo>
                    <a:cubicBezTo>
                      <a:pt x="9521" y="6173"/>
                      <a:pt x="9730" y="6068"/>
                      <a:pt x="9897" y="5901"/>
                    </a:cubicBezTo>
                    <a:lnTo>
                      <a:pt x="10065" y="5754"/>
                    </a:lnTo>
                    <a:cubicBezTo>
                      <a:pt x="10672" y="5126"/>
                      <a:pt x="11027" y="4310"/>
                      <a:pt x="11027" y="3473"/>
                    </a:cubicBezTo>
                    <a:cubicBezTo>
                      <a:pt x="11027" y="2616"/>
                      <a:pt x="10672" y="1820"/>
                      <a:pt x="10065" y="1193"/>
                    </a:cubicBezTo>
                    <a:lnTo>
                      <a:pt x="9667" y="795"/>
                    </a:lnTo>
                    <a:lnTo>
                      <a:pt x="9646" y="795"/>
                    </a:lnTo>
                    <a:cubicBezTo>
                      <a:pt x="9044" y="287"/>
                      <a:pt x="8289" y="33"/>
                      <a:pt x="7503" y="33"/>
                    </a:cubicBezTo>
                    <a:cubicBezTo>
                      <a:pt x="7416" y="33"/>
                      <a:pt x="7328" y="36"/>
                      <a:pt x="7240" y="42"/>
                    </a:cubicBezTo>
                    <a:cubicBezTo>
                      <a:pt x="6696" y="84"/>
                      <a:pt x="6173" y="251"/>
                      <a:pt x="5713" y="523"/>
                    </a:cubicBezTo>
                    <a:cubicBezTo>
                      <a:pt x="5155" y="174"/>
                      <a:pt x="4539" y="0"/>
                      <a:pt x="3901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3"/>
              <p:cNvSpPr/>
              <p:nvPr/>
            </p:nvSpPr>
            <p:spPr>
              <a:xfrm>
                <a:off x="4197187" y="1672762"/>
                <a:ext cx="239323" cy="148487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4090" extrusionOk="0">
                    <a:moveTo>
                      <a:pt x="3476" y="1"/>
                    </a:moveTo>
                    <a:cubicBezTo>
                      <a:pt x="2709" y="1"/>
                      <a:pt x="1929" y="308"/>
                      <a:pt x="1340" y="909"/>
                    </a:cubicBezTo>
                    <a:lnTo>
                      <a:pt x="147" y="2101"/>
                    </a:lnTo>
                    <a:cubicBezTo>
                      <a:pt x="0" y="2248"/>
                      <a:pt x="0" y="2478"/>
                      <a:pt x="147" y="2624"/>
                    </a:cubicBezTo>
                    <a:cubicBezTo>
                      <a:pt x="218" y="2696"/>
                      <a:pt x="310" y="2733"/>
                      <a:pt x="406" y="2733"/>
                    </a:cubicBezTo>
                    <a:cubicBezTo>
                      <a:pt x="480" y="2733"/>
                      <a:pt x="556" y="2712"/>
                      <a:pt x="628" y="2666"/>
                    </a:cubicBezTo>
                    <a:lnTo>
                      <a:pt x="2323" y="1536"/>
                    </a:lnTo>
                    <a:cubicBezTo>
                      <a:pt x="2491" y="1421"/>
                      <a:pt x="2686" y="1366"/>
                      <a:pt x="2881" y="1366"/>
                    </a:cubicBezTo>
                    <a:cubicBezTo>
                      <a:pt x="3147" y="1366"/>
                      <a:pt x="3415" y="1469"/>
                      <a:pt x="3620" y="1662"/>
                    </a:cubicBezTo>
                    <a:cubicBezTo>
                      <a:pt x="3705" y="1747"/>
                      <a:pt x="3825" y="1804"/>
                      <a:pt x="3944" y="1804"/>
                    </a:cubicBezTo>
                    <a:cubicBezTo>
                      <a:pt x="4030" y="1804"/>
                      <a:pt x="4115" y="1774"/>
                      <a:pt x="4185" y="1704"/>
                    </a:cubicBezTo>
                    <a:lnTo>
                      <a:pt x="4541" y="1327"/>
                    </a:lnTo>
                    <a:lnTo>
                      <a:pt x="5001" y="1767"/>
                    </a:lnTo>
                    <a:lnTo>
                      <a:pt x="4625" y="2143"/>
                    </a:lnTo>
                    <a:cubicBezTo>
                      <a:pt x="4520" y="2227"/>
                      <a:pt x="4415" y="2311"/>
                      <a:pt x="4311" y="2352"/>
                    </a:cubicBezTo>
                    <a:lnTo>
                      <a:pt x="5880" y="3922"/>
                    </a:lnTo>
                    <a:cubicBezTo>
                      <a:pt x="5922" y="3964"/>
                      <a:pt x="5964" y="4026"/>
                      <a:pt x="6006" y="4089"/>
                    </a:cubicBezTo>
                    <a:cubicBezTo>
                      <a:pt x="6591" y="3106"/>
                      <a:pt x="6445" y="1850"/>
                      <a:pt x="5587" y="971"/>
                    </a:cubicBezTo>
                    <a:lnTo>
                      <a:pt x="5210" y="616"/>
                    </a:lnTo>
                    <a:cubicBezTo>
                      <a:pt x="4714" y="203"/>
                      <a:pt x="4099" y="1"/>
                      <a:pt x="34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3"/>
              <p:cNvSpPr/>
              <p:nvPr/>
            </p:nvSpPr>
            <p:spPr>
              <a:xfrm>
                <a:off x="4144273" y="1824986"/>
                <a:ext cx="62228" cy="59803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1529" extrusionOk="0">
                    <a:moveTo>
                      <a:pt x="1235" y="1"/>
                    </a:moveTo>
                    <a:cubicBezTo>
                      <a:pt x="1151" y="1"/>
                      <a:pt x="1067" y="32"/>
                      <a:pt x="1005" y="95"/>
                    </a:cubicBezTo>
                    <a:lnTo>
                      <a:pt x="126" y="974"/>
                    </a:lnTo>
                    <a:cubicBezTo>
                      <a:pt x="0" y="1099"/>
                      <a:pt x="0" y="1309"/>
                      <a:pt x="126" y="1434"/>
                    </a:cubicBezTo>
                    <a:cubicBezTo>
                      <a:pt x="189" y="1497"/>
                      <a:pt x="267" y="1528"/>
                      <a:pt x="346" y="1528"/>
                    </a:cubicBezTo>
                    <a:cubicBezTo>
                      <a:pt x="424" y="1528"/>
                      <a:pt x="503" y="1497"/>
                      <a:pt x="565" y="1434"/>
                    </a:cubicBezTo>
                    <a:lnTo>
                      <a:pt x="1465" y="535"/>
                    </a:lnTo>
                    <a:cubicBezTo>
                      <a:pt x="1591" y="409"/>
                      <a:pt x="1591" y="221"/>
                      <a:pt x="1465" y="95"/>
                    </a:cubicBezTo>
                    <a:cubicBezTo>
                      <a:pt x="1402" y="32"/>
                      <a:pt x="1319" y="1"/>
                      <a:pt x="12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43"/>
              <p:cNvSpPr/>
              <p:nvPr/>
            </p:nvSpPr>
            <p:spPr>
              <a:xfrm>
                <a:off x="4178741" y="1856604"/>
                <a:ext cx="61407" cy="59803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1529" extrusionOk="0">
                    <a:moveTo>
                      <a:pt x="1224" y="1"/>
                    </a:moveTo>
                    <a:cubicBezTo>
                      <a:pt x="1146" y="1"/>
                      <a:pt x="1067" y="32"/>
                      <a:pt x="1004" y="95"/>
                    </a:cubicBezTo>
                    <a:lnTo>
                      <a:pt x="105" y="995"/>
                    </a:lnTo>
                    <a:cubicBezTo>
                      <a:pt x="0" y="1120"/>
                      <a:pt x="0" y="1308"/>
                      <a:pt x="105" y="1434"/>
                    </a:cubicBezTo>
                    <a:cubicBezTo>
                      <a:pt x="167" y="1497"/>
                      <a:pt x="251" y="1528"/>
                      <a:pt x="335" y="1528"/>
                    </a:cubicBezTo>
                    <a:cubicBezTo>
                      <a:pt x="419" y="1528"/>
                      <a:pt x="502" y="1497"/>
                      <a:pt x="565" y="1434"/>
                    </a:cubicBezTo>
                    <a:lnTo>
                      <a:pt x="1444" y="555"/>
                    </a:lnTo>
                    <a:cubicBezTo>
                      <a:pt x="1569" y="430"/>
                      <a:pt x="1569" y="220"/>
                      <a:pt x="1444" y="95"/>
                    </a:cubicBezTo>
                    <a:cubicBezTo>
                      <a:pt x="1381" y="32"/>
                      <a:pt x="1303" y="1"/>
                      <a:pt x="12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3"/>
              <p:cNvSpPr/>
              <p:nvPr/>
            </p:nvSpPr>
            <p:spPr>
              <a:xfrm>
                <a:off x="4209777" y="1888106"/>
                <a:ext cx="61446" cy="59177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513" extrusionOk="0">
                    <a:moveTo>
                      <a:pt x="1235" y="0"/>
                    </a:moveTo>
                    <a:cubicBezTo>
                      <a:pt x="1152" y="0"/>
                      <a:pt x="1068" y="32"/>
                      <a:pt x="1005" y="95"/>
                    </a:cubicBezTo>
                    <a:lnTo>
                      <a:pt x="126" y="973"/>
                    </a:lnTo>
                    <a:cubicBezTo>
                      <a:pt x="1" y="1099"/>
                      <a:pt x="1" y="1308"/>
                      <a:pt x="126" y="1434"/>
                    </a:cubicBezTo>
                    <a:cubicBezTo>
                      <a:pt x="189" y="1486"/>
                      <a:pt x="268" y="1512"/>
                      <a:pt x="346" y="1512"/>
                    </a:cubicBezTo>
                    <a:cubicBezTo>
                      <a:pt x="425" y="1512"/>
                      <a:pt x="503" y="1486"/>
                      <a:pt x="566" y="1434"/>
                    </a:cubicBezTo>
                    <a:lnTo>
                      <a:pt x="1466" y="534"/>
                    </a:lnTo>
                    <a:cubicBezTo>
                      <a:pt x="1570" y="408"/>
                      <a:pt x="1570" y="220"/>
                      <a:pt x="1466" y="95"/>
                    </a:cubicBezTo>
                    <a:cubicBezTo>
                      <a:pt x="1403" y="32"/>
                      <a:pt x="1319" y="0"/>
                      <a:pt x="12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43"/>
              <p:cNvSpPr/>
              <p:nvPr/>
            </p:nvSpPr>
            <p:spPr>
              <a:xfrm>
                <a:off x="4244170" y="1922485"/>
                <a:ext cx="61407" cy="59764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1528" extrusionOk="0">
                    <a:moveTo>
                      <a:pt x="1225" y="0"/>
                    </a:moveTo>
                    <a:cubicBezTo>
                      <a:pt x="1146" y="0"/>
                      <a:pt x="1068" y="32"/>
                      <a:pt x="1005" y="94"/>
                    </a:cubicBezTo>
                    <a:lnTo>
                      <a:pt x="105" y="994"/>
                    </a:lnTo>
                    <a:cubicBezTo>
                      <a:pt x="1" y="1120"/>
                      <a:pt x="1" y="1308"/>
                      <a:pt x="105" y="1434"/>
                    </a:cubicBezTo>
                    <a:cubicBezTo>
                      <a:pt x="168" y="1496"/>
                      <a:pt x="252" y="1528"/>
                      <a:pt x="335" y="1528"/>
                    </a:cubicBezTo>
                    <a:cubicBezTo>
                      <a:pt x="419" y="1528"/>
                      <a:pt x="503" y="1496"/>
                      <a:pt x="566" y="1434"/>
                    </a:cubicBezTo>
                    <a:lnTo>
                      <a:pt x="1444" y="555"/>
                    </a:lnTo>
                    <a:cubicBezTo>
                      <a:pt x="1570" y="429"/>
                      <a:pt x="1570" y="220"/>
                      <a:pt x="1444" y="94"/>
                    </a:cubicBezTo>
                    <a:cubicBezTo>
                      <a:pt x="1382" y="32"/>
                      <a:pt x="1303" y="0"/>
                      <a:pt x="12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3"/>
              <p:cNvSpPr/>
              <p:nvPr/>
            </p:nvSpPr>
            <p:spPr>
              <a:xfrm>
                <a:off x="4051295" y="1648300"/>
                <a:ext cx="401098" cy="353248"/>
              </a:xfrm>
              <a:custGeom>
                <a:avLst/>
                <a:gdLst/>
                <a:ahLst/>
                <a:cxnLst/>
                <a:rect l="l" t="t" r="r" b="b"/>
                <a:pathLst>
                  <a:path w="11048" h="9730" extrusionOk="0">
                    <a:moveTo>
                      <a:pt x="7519" y="656"/>
                    </a:moveTo>
                    <a:cubicBezTo>
                      <a:pt x="8140" y="656"/>
                      <a:pt x="8753" y="853"/>
                      <a:pt x="9248" y="1256"/>
                    </a:cubicBezTo>
                    <a:lnTo>
                      <a:pt x="9625" y="1632"/>
                    </a:lnTo>
                    <a:cubicBezTo>
                      <a:pt x="10483" y="2511"/>
                      <a:pt x="10629" y="3745"/>
                      <a:pt x="10044" y="4750"/>
                    </a:cubicBezTo>
                    <a:cubicBezTo>
                      <a:pt x="10023" y="4687"/>
                      <a:pt x="9960" y="4624"/>
                      <a:pt x="9918" y="4562"/>
                    </a:cubicBezTo>
                    <a:lnTo>
                      <a:pt x="8349" y="3013"/>
                    </a:lnTo>
                    <a:cubicBezTo>
                      <a:pt x="8474" y="2971"/>
                      <a:pt x="8579" y="2888"/>
                      <a:pt x="8663" y="2804"/>
                    </a:cubicBezTo>
                    <a:lnTo>
                      <a:pt x="9039" y="2427"/>
                    </a:lnTo>
                    <a:lnTo>
                      <a:pt x="8600" y="1988"/>
                    </a:lnTo>
                    <a:lnTo>
                      <a:pt x="8223" y="2365"/>
                    </a:lnTo>
                    <a:cubicBezTo>
                      <a:pt x="8158" y="2430"/>
                      <a:pt x="8080" y="2457"/>
                      <a:pt x="8000" y="2457"/>
                    </a:cubicBezTo>
                    <a:cubicBezTo>
                      <a:pt x="7876" y="2457"/>
                      <a:pt x="7747" y="2391"/>
                      <a:pt x="7658" y="2302"/>
                    </a:cubicBezTo>
                    <a:cubicBezTo>
                      <a:pt x="7459" y="2114"/>
                      <a:pt x="7201" y="2019"/>
                      <a:pt x="6942" y="2019"/>
                    </a:cubicBezTo>
                    <a:cubicBezTo>
                      <a:pt x="6739" y="2019"/>
                      <a:pt x="6536" y="2078"/>
                      <a:pt x="6361" y="2197"/>
                    </a:cubicBezTo>
                    <a:lnTo>
                      <a:pt x="4666" y="3327"/>
                    </a:lnTo>
                    <a:cubicBezTo>
                      <a:pt x="4594" y="3372"/>
                      <a:pt x="4518" y="3394"/>
                      <a:pt x="4444" y="3394"/>
                    </a:cubicBezTo>
                    <a:cubicBezTo>
                      <a:pt x="4348" y="3394"/>
                      <a:pt x="4256" y="3356"/>
                      <a:pt x="4185" y="3285"/>
                    </a:cubicBezTo>
                    <a:cubicBezTo>
                      <a:pt x="4038" y="3139"/>
                      <a:pt x="4038" y="2888"/>
                      <a:pt x="4185" y="2741"/>
                    </a:cubicBezTo>
                    <a:lnTo>
                      <a:pt x="5378" y="1549"/>
                    </a:lnTo>
                    <a:cubicBezTo>
                      <a:pt x="5968" y="958"/>
                      <a:pt x="6750" y="656"/>
                      <a:pt x="7519" y="656"/>
                    </a:cubicBezTo>
                    <a:close/>
                    <a:moveTo>
                      <a:pt x="3916" y="4928"/>
                    </a:moveTo>
                    <a:cubicBezTo>
                      <a:pt x="3997" y="4928"/>
                      <a:pt x="4080" y="4959"/>
                      <a:pt x="4143" y="5022"/>
                    </a:cubicBezTo>
                    <a:cubicBezTo>
                      <a:pt x="4269" y="5147"/>
                      <a:pt x="4269" y="5336"/>
                      <a:pt x="4143" y="5461"/>
                    </a:cubicBezTo>
                    <a:lnTo>
                      <a:pt x="3243" y="6340"/>
                    </a:lnTo>
                    <a:cubicBezTo>
                      <a:pt x="3181" y="6403"/>
                      <a:pt x="3102" y="6434"/>
                      <a:pt x="3024" y="6434"/>
                    </a:cubicBezTo>
                    <a:cubicBezTo>
                      <a:pt x="2945" y="6434"/>
                      <a:pt x="2867" y="6403"/>
                      <a:pt x="2804" y="6340"/>
                    </a:cubicBezTo>
                    <a:cubicBezTo>
                      <a:pt x="2678" y="6214"/>
                      <a:pt x="2678" y="6026"/>
                      <a:pt x="2804" y="5901"/>
                    </a:cubicBezTo>
                    <a:lnTo>
                      <a:pt x="3704" y="5022"/>
                    </a:lnTo>
                    <a:cubicBezTo>
                      <a:pt x="3756" y="4959"/>
                      <a:pt x="3834" y="4928"/>
                      <a:pt x="3916" y="4928"/>
                    </a:cubicBezTo>
                    <a:close/>
                    <a:moveTo>
                      <a:pt x="4802" y="5806"/>
                    </a:moveTo>
                    <a:cubicBezTo>
                      <a:pt x="4881" y="5806"/>
                      <a:pt x="4959" y="5838"/>
                      <a:pt x="5022" y="5901"/>
                    </a:cubicBezTo>
                    <a:cubicBezTo>
                      <a:pt x="5147" y="6026"/>
                      <a:pt x="5147" y="6214"/>
                      <a:pt x="5022" y="6340"/>
                    </a:cubicBezTo>
                    <a:lnTo>
                      <a:pt x="4143" y="7240"/>
                    </a:lnTo>
                    <a:cubicBezTo>
                      <a:pt x="4080" y="7303"/>
                      <a:pt x="3997" y="7334"/>
                      <a:pt x="3913" y="7334"/>
                    </a:cubicBezTo>
                    <a:cubicBezTo>
                      <a:pt x="3829" y="7334"/>
                      <a:pt x="3745" y="7303"/>
                      <a:pt x="3683" y="7240"/>
                    </a:cubicBezTo>
                    <a:cubicBezTo>
                      <a:pt x="3578" y="7114"/>
                      <a:pt x="3578" y="6905"/>
                      <a:pt x="3683" y="6779"/>
                    </a:cubicBezTo>
                    <a:lnTo>
                      <a:pt x="4582" y="5901"/>
                    </a:lnTo>
                    <a:cubicBezTo>
                      <a:pt x="4645" y="5838"/>
                      <a:pt x="4724" y="5806"/>
                      <a:pt x="4802" y="5806"/>
                    </a:cubicBezTo>
                    <a:close/>
                    <a:moveTo>
                      <a:pt x="3907" y="637"/>
                    </a:moveTo>
                    <a:cubicBezTo>
                      <a:pt x="4328" y="637"/>
                      <a:pt x="4752" y="730"/>
                      <a:pt x="5147" y="921"/>
                    </a:cubicBezTo>
                    <a:cubicBezTo>
                      <a:pt x="5064" y="984"/>
                      <a:pt x="5001" y="1046"/>
                      <a:pt x="4917" y="1109"/>
                    </a:cubicBezTo>
                    <a:lnTo>
                      <a:pt x="3725" y="2302"/>
                    </a:lnTo>
                    <a:cubicBezTo>
                      <a:pt x="3348" y="2699"/>
                      <a:pt x="3348" y="3327"/>
                      <a:pt x="3725" y="3725"/>
                    </a:cubicBezTo>
                    <a:cubicBezTo>
                      <a:pt x="3930" y="3918"/>
                      <a:pt x="4191" y="4020"/>
                      <a:pt x="4451" y="4020"/>
                    </a:cubicBezTo>
                    <a:cubicBezTo>
                      <a:pt x="4642" y="4020"/>
                      <a:pt x="4833" y="3965"/>
                      <a:pt x="5001" y="3850"/>
                    </a:cubicBezTo>
                    <a:lnTo>
                      <a:pt x="6696" y="2720"/>
                    </a:lnTo>
                    <a:cubicBezTo>
                      <a:pt x="6768" y="2675"/>
                      <a:pt x="6848" y="2653"/>
                      <a:pt x="6928" y="2653"/>
                    </a:cubicBezTo>
                    <a:cubicBezTo>
                      <a:pt x="7032" y="2653"/>
                      <a:pt x="7136" y="2691"/>
                      <a:pt x="7219" y="2762"/>
                    </a:cubicBezTo>
                    <a:lnTo>
                      <a:pt x="9458" y="5022"/>
                    </a:lnTo>
                    <a:cubicBezTo>
                      <a:pt x="9583" y="5147"/>
                      <a:pt x="9583" y="5336"/>
                      <a:pt x="9479" y="5461"/>
                    </a:cubicBezTo>
                    <a:cubicBezTo>
                      <a:pt x="9416" y="5524"/>
                      <a:pt x="9332" y="5555"/>
                      <a:pt x="9248" y="5555"/>
                    </a:cubicBezTo>
                    <a:cubicBezTo>
                      <a:pt x="9165" y="5555"/>
                      <a:pt x="9081" y="5524"/>
                      <a:pt x="9018" y="5461"/>
                    </a:cubicBezTo>
                    <a:lnTo>
                      <a:pt x="7240" y="3683"/>
                    </a:lnTo>
                    <a:lnTo>
                      <a:pt x="6800" y="4122"/>
                    </a:lnTo>
                    <a:lnTo>
                      <a:pt x="8579" y="5901"/>
                    </a:lnTo>
                    <a:cubicBezTo>
                      <a:pt x="8704" y="6026"/>
                      <a:pt x="8704" y="6214"/>
                      <a:pt x="8579" y="6340"/>
                    </a:cubicBezTo>
                    <a:cubicBezTo>
                      <a:pt x="8516" y="6403"/>
                      <a:pt x="8438" y="6434"/>
                      <a:pt x="8359" y="6434"/>
                    </a:cubicBezTo>
                    <a:cubicBezTo>
                      <a:pt x="8281" y="6434"/>
                      <a:pt x="8202" y="6403"/>
                      <a:pt x="8139" y="6340"/>
                    </a:cubicBezTo>
                    <a:lnTo>
                      <a:pt x="6361" y="4562"/>
                    </a:lnTo>
                    <a:lnTo>
                      <a:pt x="5922" y="5022"/>
                    </a:lnTo>
                    <a:lnTo>
                      <a:pt x="7700" y="6800"/>
                    </a:lnTo>
                    <a:cubicBezTo>
                      <a:pt x="7805" y="6905"/>
                      <a:pt x="7805" y="7114"/>
                      <a:pt x="7700" y="7240"/>
                    </a:cubicBezTo>
                    <a:cubicBezTo>
                      <a:pt x="7637" y="7303"/>
                      <a:pt x="7554" y="7334"/>
                      <a:pt x="7470" y="7334"/>
                    </a:cubicBezTo>
                    <a:cubicBezTo>
                      <a:pt x="7386" y="7334"/>
                      <a:pt x="7303" y="7303"/>
                      <a:pt x="7240" y="7240"/>
                    </a:cubicBezTo>
                    <a:cubicBezTo>
                      <a:pt x="7072" y="7072"/>
                      <a:pt x="6863" y="6968"/>
                      <a:pt x="6633" y="6968"/>
                    </a:cubicBezTo>
                    <a:cubicBezTo>
                      <a:pt x="6612" y="6738"/>
                      <a:pt x="6528" y="6507"/>
                      <a:pt x="6361" y="6340"/>
                    </a:cubicBezTo>
                    <a:cubicBezTo>
                      <a:pt x="6194" y="6173"/>
                      <a:pt x="5984" y="6089"/>
                      <a:pt x="5733" y="6068"/>
                    </a:cubicBezTo>
                    <a:cubicBezTo>
                      <a:pt x="5733" y="5838"/>
                      <a:pt x="5629" y="5629"/>
                      <a:pt x="5461" y="5461"/>
                    </a:cubicBezTo>
                    <a:cubicBezTo>
                      <a:pt x="5294" y="5294"/>
                      <a:pt x="5085" y="5189"/>
                      <a:pt x="4854" y="5189"/>
                    </a:cubicBezTo>
                    <a:cubicBezTo>
                      <a:pt x="4834" y="4959"/>
                      <a:pt x="4750" y="4729"/>
                      <a:pt x="4582" y="4562"/>
                    </a:cubicBezTo>
                    <a:cubicBezTo>
                      <a:pt x="4394" y="4384"/>
                      <a:pt x="4154" y="4295"/>
                      <a:pt x="3913" y="4295"/>
                    </a:cubicBezTo>
                    <a:cubicBezTo>
                      <a:pt x="3672" y="4295"/>
                      <a:pt x="3432" y="4384"/>
                      <a:pt x="3243" y="4562"/>
                    </a:cubicBezTo>
                    <a:lnTo>
                      <a:pt x="2365" y="5461"/>
                    </a:lnTo>
                    <a:cubicBezTo>
                      <a:pt x="2281" y="5524"/>
                      <a:pt x="2218" y="5629"/>
                      <a:pt x="2176" y="5712"/>
                    </a:cubicBezTo>
                    <a:lnTo>
                      <a:pt x="1632" y="5189"/>
                    </a:lnTo>
                    <a:cubicBezTo>
                      <a:pt x="732" y="4269"/>
                      <a:pt x="691" y="2825"/>
                      <a:pt x="1549" y="1862"/>
                    </a:cubicBezTo>
                    <a:lnTo>
                      <a:pt x="1800" y="1569"/>
                    </a:lnTo>
                    <a:cubicBezTo>
                      <a:pt x="2357" y="958"/>
                      <a:pt x="3127" y="637"/>
                      <a:pt x="3907" y="637"/>
                    </a:cubicBezTo>
                    <a:close/>
                    <a:moveTo>
                      <a:pt x="5691" y="6701"/>
                    </a:moveTo>
                    <a:cubicBezTo>
                      <a:pt x="5775" y="6701"/>
                      <a:pt x="5859" y="6727"/>
                      <a:pt x="5922" y="6779"/>
                    </a:cubicBezTo>
                    <a:cubicBezTo>
                      <a:pt x="6026" y="6905"/>
                      <a:pt x="6026" y="7114"/>
                      <a:pt x="5922" y="7240"/>
                    </a:cubicBezTo>
                    <a:lnTo>
                      <a:pt x="5022" y="8119"/>
                    </a:lnTo>
                    <a:cubicBezTo>
                      <a:pt x="4959" y="8181"/>
                      <a:pt x="4881" y="8213"/>
                      <a:pt x="4802" y="8213"/>
                    </a:cubicBezTo>
                    <a:cubicBezTo>
                      <a:pt x="4724" y="8213"/>
                      <a:pt x="4645" y="8181"/>
                      <a:pt x="4582" y="8119"/>
                    </a:cubicBezTo>
                    <a:cubicBezTo>
                      <a:pt x="4457" y="7993"/>
                      <a:pt x="4457" y="7805"/>
                      <a:pt x="4582" y="7679"/>
                    </a:cubicBezTo>
                    <a:lnTo>
                      <a:pt x="5461" y="6779"/>
                    </a:lnTo>
                    <a:cubicBezTo>
                      <a:pt x="5524" y="6727"/>
                      <a:pt x="5608" y="6701"/>
                      <a:pt x="5691" y="6701"/>
                    </a:cubicBezTo>
                    <a:close/>
                    <a:moveTo>
                      <a:pt x="6581" y="7585"/>
                    </a:moveTo>
                    <a:cubicBezTo>
                      <a:pt x="6659" y="7585"/>
                      <a:pt x="6738" y="7616"/>
                      <a:pt x="6800" y="7679"/>
                    </a:cubicBezTo>
                    <a:cubicBezTo>
                      <a:pt x="6926" y="7805"/>
                      <a:pt x="6926" y="7993"/>
                      <a:pt x="6800" y="8119"/>
                    </a:cubicBezTo>
                    <a:lnTo>
                      <a:pt x="5922" y="9018"/>
                    </a:lnTo>
                    <a:cubicBezTo>
                      <a:pt x="5859" y="9081"/>
                      <a:pt x="5775" y="9112"/>
                      <a:pt x="5691" y="9112"/>
                    </a:cubicBezTo>
                    <a:cubicBezTo>
                      <a:pt x="5608" y="9112"/>
                      <a:pt x="5524" y="9081"/>
                      <a:pt x="5461" y="9018"/>
                    </a:cubicBezTo>
                    <a:cubicBezTo>
                      <a:pt x="5357" y="8893"/>
                      <a:pt x="5357" y="8683"/>
                      <a:pt x="5461" y="8558"/>
                    </a:cubicBezTo>
                    <a:lnTo>
                      <a:pt x="6361" y="7679"/>
                    </a:lnTo>
                    <a:cubicBezTo>
                      <a:pt x="6424" y="7616"/>
                      <a:pt x="6502" y="7585"/>
                      <a:pt x="6581" y="7585"/>
                    </a:cubicBezTo>
                    <a:close/>
                    <a:moveTo>
                      <a:pt x="3917" y="0"/>
                    </a:moveTo>
                    <a:cubicBezTo>
                      <a:pt x="3790" y="0"/>
                      <a:pt x="3663" y="7"/>
                      <a:pt x="3536" y="21"/>
                    </a:cubicBezTo>
                    <a:cubicBezTo>
                      <a:pt x="2678" y="126"/>
                      <a:pt x="1904" y="523"/>
                      <a:pt x="1339" y="1151"/>
                    </a:cubicBezTo>
                    <a:lnTo>
                      <a:pt x="1088" y="1444"/>
                    </a:lnTo>
                    <a:cubicBezTo>
                      <a:pt x="0" y="2637"/>
                      <a:pt x="63" y="4478"/>
                      <a:pt x="1214" y="5629"/>
                    </a:cubicBezTo>
                    <a:lnTo>
                      <a:pt x="2365" y="6779"/>
                    </a:lnTo>
                    <a:cubicBezTo>
                      <a:pt x="2532" y="6947"/>
                      <a:pt x="2741" y="7051"/>
                      <a:pt x="2971" y="7072"/>
                    </a:cubicBezTo>
                    <a:cubicBezTo>
                      <a:pt x="2992" y="7303"/>
                      <a:pt x="3097" y="7512"/>
                      <a:pt x="3243" y="7679"/>
                    </a:cubicBezTo>
                    <a:cubicBezTo>
                      <a:pt x="3411" y="7847"/>
                      <a:pt x="3641" y="7930"/>
                      <a:pt x="3871" y="7951"/>
                    </a:cubicBezTo>
                    <a:cubicBezTo>
                      <a:pt x="3871" y="8181"/>
                      <a:pt x="3976" y="8391"/>
                      <a:pt x="4143" y="8579"/>
                    </a:cubicBezTo>
                    <a:cubicBezTo>
                      <a:pt x="4310" y="8746"/>
                      <a:pt x="4541" y="8830"/>
                      <a:pt x="4750" y="8851"/>
                    </a:cubicBezTo>
                    <a:cubicBezTo>
                      <a:pt x="4771" y="9060"/>
                      <a:pt x="4854" y="9290"/>
                      <a:pt x="5022" y="9458"/>
                    </a:cubicBezTo>
                    <a:cubicBezTo>
                      <a:pt x="5210" y="9646"/>
                      <a:pt x="5461" y="9730"/>
                      <a:pt x="5691" y="9730"/>
                    </a:cubicBezTo>
                    <a:cubicBezTo>
                      <a:pt x="5942" y="9730"/>
                      <a:pt x="6173" y="9646"/>
                      <a:pt x="6361" y="9458"/>
                    </a:cubicBezTo>
                    <a:lnTo>
                      <a:pt x="7261" y="8579"/>
                    </a:lnTo>
                    <a:cubicBezTo>
                      <a:pt x="7428" y="8411"/>
                      <a:pt x="7512" y="8181"/>
                      <a:pt x="7533" y="7951"/>
                    </a:cubicBezTo>
                    <a:cubicBezTo>
                      <a:pt x="7742" y="7951"/>
                      <a:pt x="7972" y="7847"/>
                      <a:pt x="8139" y="7679"/>
                    </a:cubicBezTo>
                    <a:cubicBezTo>
                      <a:pt x="8307" y="7512"/>
                      <a:pt x="8411" y="7303"/>
                      <a:pt x="8411" y="7072"/>
                    </a:cubicBezTo>
                    <a:cubicBezTo>
                      <a:pt x="8642" y="7051"/>
                      <a:pt x="8872" y="6968"/>
                      <a:pt x="9039" y="6779"/>
                    </a:cubicBezTo>
                    <a:cubicBezTo>
                      <a:pt x="9207" y="6633"/>
                      <a:pt x="9290" y="6403"/>
                      <a:pt x="9311" y="6173"/>
                    </a:cubicBezTo>
                    <a:cubicBezTo>
                      <a:pt x="9520" y="6152"/>
                      <a:pt x="9751" y="6068"/>
                      <a:pt x="9918" y="5901"/>
                    </a:cubicBezTo>
                    <a:lnTo>
                      <a:pt x="10064" y="5754"/>
                    </a:lnTo>
                    <a:cubicBezTo>
                      <a:pt x="10692" y="5126"/>
                      <a:pt x="11048" y="4310"/>
                      <a:pt x="11048" y="3473"/>
                    </a:cubicBezTo>
                    <a:cubicBezTo>
                      <a:pt x="11027" y="2616"/>
                      <a:pt x="10692" y="1800"/>
                      <a:pt x="10064" y="1193"/>
                    </a:cubicBezTo>
                    <a:lnTo>
                      <a:pt x="9667" y="795"/>
                    </a:lnTo>
                    <a:cubicBezTo>
                      <a:pt x="9064" y="287"/>
                      <a:pt x="8309" y="33"/>
                      <a:pt x="7508" y="33"/>
                    </a:cubicBezTo>
                    <a:cubicBezTo>
                      <a:pt x="7419" y="33"/>
                      <a:pt x="7330" y="36"/>
                      <a:pt x="7240" y="42"/>
                    </a:cubicBezTo>
                    <a:cubicBezTo>
                      <a:pt x="6717" y="84"/>
                      <a:pt x="6194" y="251"/>
                      <a:pt x="5712" y="502"/>
                    </a:cubicBezTo>
                    <a:cubicBezTo>
                      <a:pt x="5173" y="172"/>
                      <a:pt x="4546" y="0"/>
                      <a:pt x="3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" name="Google Shape;793;p43"/>
            <p:cNvGrpSpPr/>
            <p:nvPr/>
          </p:nvGrpSpPr>
          <p:grpSpPr>
            <a:xfrm>
              <a:off x="3336506" y="3211842"/>
              <a:ext cx="466859" cy="461601"/>
              <a:chOff x="3889298" y="3913474"/>
              <a:chExt cx="414176" cy="409511"/>
            </a:xfrm>
          </p:grpSpPr>
          <p:sp>
            <p:nvSpPr>
              <p:cNvPr id="794" name="Google Shape;794;p43"/>
              <p:cNvSpPr/>
              <p:nvPr/>
            </p:nvSpPr>
            <p:spPr>
              <a:xfrm rot="8100000" flipH="1">
                <a:off x="4084289" y="4165509"/>
                <a:ext cx="128976" cy="125582"/>
              </a:xfrm>
              <a:prstGeom prst="round2SameRect">
                <a:avLst>
                  <a:gd name="adj1" fmla="val 31201"/>
                  <a:gd name="adj2" fmla="val 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3"/>
              <p:cNvSpPr/>
              <p:nvPr/>
            </p:nvSpPr>
            <p:spPr>
              <a:xfrm flipH="1">
                <a:off x="3889298" y="3913474"/>
                <a:ext cx="414176" cy="40951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39" extrusionOk="0">
                    <a:moveTo>
                      <a:pt x="9322" y="655"/>
                    </a:moveTo>
                    <a:cubicBezTo>
                      <a:pt x="9413" y="655"/>
                      <a:pt x="9499" y="686"/>
                      <a:pt x="9547" y="749"/>
                    </a:cubicBezTo>
                    <a:lnTo>
                      <a:pt x="11027" y="2198"/>
                    </a:lnTo>
                    <a:cubicBezTo>
                      <a:pt x="11122" y="2324"/>
                      <a:pt x="11122" y="2545"/>
                      <a:pt x="11027" y="2671"/>
                    </a:cubicBezTo>
                    <a:cubicBezTo>
                      <a:pt x="10964" y="2718"/>
                      <a:pt x="10870" y="2742"/>
                      <a:pt x="10779" y="2742"/>
                    </a:cubicBezTo>
                    <a:cubicBezTo>
                      <a:pt x="10689" y="2742"/>
                      <a:pt x="10602" y="2718"/>
                      <a:pt x="10555" y="2671"/>
                    </a:cubicBezTo>
                    <a:lnTo>
                      <a:pt x="10303" y="2419"/>
                    </a:lnTo>
                    <a:lnTo>
                      <a:pt x="9074" y="1190"/>
                    </a:lnTo>
                    <a:cubicBezTo>
                      <a:pt x="8916" y="1096"/>
                      <a:pt x="8916" y="907"/>
                      <a:pt x="9074" y="749"/>
                    </a:cubicBezTo>
                    <a:cubicBezTo>
                      <a:pt x="9137" y="686"/>
                      <a:pt x="9232" y="655"/>
                      <a:pt x="9322" y="655"/>
                    </a:cubicBezTo>
                    <a:close/>
                    <a:moveTo>
                      <a:pt x="9106" y="2230"/>
                    </a:moveTo>
                    <a:lnTo>
                      <a:pt x="9547" y="2702"/>
                    </a:lnTo>
                    <a:lnTo>
                      <a:pt x="9011" y="3270"/>
                    </a:lnTo>
                    <a:lnTo>
                      <a:pt x="8538" y="2797"/>
                    </a:lnTo>
                    <a:lnTo>
                      <a:pt x="9106" y="2230"/>
                    </a:lnTo>
                    <a:close/>
                    <a:moveTo>
                      <a:pt x="6333" y="1694"/>
                    </a:moveTo>
                    <a:cubicBezTo>
                      <a:pt x="6396" y="1694"/>
                      <a:pt x="6522" y="1726"/>
                      <a:pt x="6554" y="1789"/>
                    </a:cubicBezTo>
                    <a:lnTo>
                      <a:pt x="8759" y="3994"/>
                    </a:lnTo>
                    <a:lnTo>
                      <a:pt x="9988" y="5223"/>
                    </a:lnTo>
                    <a:cubicBezTo>
                      <a:pt x="10082" y="5254"/>
                      <a:pt x="10114" y="5349"/>
                      <a:pt x="10114" y="5475"/>
                    </a:cubicBezTo>
                    <a:cubicBezTo>
                      <a:pt x="10114" y="5538"/>
                      <a:pt x="10082" y="5664"/>
                      <a:pt x="9988" y="5695"/>
                    </a:cubicBezTo>
                    <a:cubicBezTo>
                      <a:pt x="9925" y="5727"/>
                      <a:pt x="9830" y="5821"/>
                      <a:pt x="9767" y="5821"/>
                    </a:cubicBezTo>
                    <a:cubicBezTo>
                      <a:pt x="9673" y="5821"/>
                      <a:pt x="9547" y="5790"/>
                      <a:pt x="9515" y="5695"/>
                    </a:cubicBezTo>
                    <a:lnTo>
                      <a:pt x="6081" y="2261"/>
                    </a:lnTo>
                    <a:cubicBezTo>
                      <a:pt x="6018" y="2198"/>
                      <a:pt x="5987" y="2104"/>
                      <a:pt x="5987" y="2041"/>
                    </a:cubicBezTo>
                    <a:cubicBezTo>
                      <a:pt x="5987" y="1946"/>
                      <a:pt x="6018" y="1852"/>
                      <a:pt x="6081" y="1789"/>
                    </a:cubicBezTo>
                    <a:cubicBezTo>
                      <a:pt x="6176" y="1726"/>
                      <a:pt x="6239" y="1694"/>
                      <a:pt x="6333" y="1694"/>
                    </a:cubicBezTo>
                    <a:close/>
                    <a:moveTo>
                      <a:pt x="6333" y="3459"/>
                    </a:moveTo>
                    <a:lnTo>
                      <a:pt x="8286" y="5412"/>
                    </a:lnTo>
                    <a:lnTo>
                      <a:pt x="7782" y="5947"/>
                    </a:lnTo>
                    <a:lnTo>
                      <a:pt x="7026" y="5191"/>
                    </a:lnTo>
                    <a:cubicBezTo>
                      <a:pt x="6979" y="5128"/>
                      <a:pt x="6892" y="5097"/>
                      <a:pt x="6802" y="5097"/>
                    </a:cubicBezTo>
                    <a:cubicBezTo>
                      <a:pt x="6711" y="5097"/>
                      <a:pt x="6617" y="5128"/>
                      <a:pt x="6554" y="5191"/>
                    </a:cubicBezTo>
                    <a:cubicBezTo>
                      <a:pt x="6459" y="5317"/>
                      <a:pt x="6459" y="5538"/>
                      <a:pt x="6554" y="5664"/>
                    </a:cubicBezTo>
                    <a:lnTo>
                      <a:pt x="7310" y="6420"/>
                    </a:lnTo>
                    <a:lnTo>
                      <a:pt x="6837" y="6893"/>
                    </a:lnTo>
                    <a:lnTo>
                      <a:pt x="4884" y="4908"/>
                    </a:lnTo>
                    <a:lnTo>
                      <a:pt x="6333" y="3459"/>
                    </a:lnTo>
                    <a:close/>
                    <a:moveTo>
                      <a:pt x="4348" y="5506"/>
                    </a:moveTo>
                    <a:lnTo>
                      <a:pt x="6333" y="7460"/>
                    </a:lnTo>
                    <a:lnTo>
                      <a:pt x="5860" y="7932"/>
                    </a:lnTo>
                    <a:lnTo>
                      <a:pt x="5388" y="7460"/>
                    </a:lnTo>
                    <a:cubicBezTo>
                      <a:pt x="5325" y="7412"/>
                      <a:pt x="5238" y="7389"/>
                      <a:pt x="5152" y="7389"/>
                    </a:cubicBezTo>
                    <a:cubicBezTo>
                      <a:pt x="5065" y="7389"/>
                      <a:pt x="4978" y="7412"/>
                      <a:pt x="4915" y="7460"/>
                    </a:cubicBezTo>
                    <a:cubicBezTo>
                      <a:pt x="4789" y="7586"/>
                      <a:pt x="4789" y="7838"/>
                      <a:pt x="4915" y="7932"/>
                    </a:cubicBezTo>
                    <a:lnTo>
                      <a:pt x="5388" y="8405"/>
                    </a:lnTo>
                    <a:lnTo>
                      <a:pt x="5167" y="8657"/>
                    </a:lnTo>
                    <a:cubicBezTo>
                      <a:pt x="4915" y="8846"/>
                      <a:pt x="4632" y="8940"/>
                      <a:pt x="4360" y="8940"/>
                    </a:cubicBezTo>
                    <a:cubicBezTo>
                      <a:pt x="4088" y="8940"/>
                      <a:pt x="3828" y="8846"/>
                      <a:pt x="3624" y="8657"/>
                    </a:cubicBezTo>
                    <a:lnTo>
                      <a:pt x="3151" y="8184"/>
                    </a:lnTo>
                    <a:cubicBezTo>
                      <a:pt x="2742" y="7775"/>
                      <a:pt x="2742" y="7113"/>
                      <a:pt x="3151" y="6735"/>
                    </a:cubicBezTo>
                    <a:lnTo>
                      <a:pt x="4348" y="5506"/>
                    </a:lnTo>
                    <a:close/>
                    <a:moveTo>
                      <a:pt x="2678" y="8657"/>
                    </a:moveTo>
                    <a:lnTo>
                      <a:pt x="3151" y="9129"/>
                    </a:lnTo>
                    <a:lnTo>
                      <a:pt x="2899" y="9350"/>
                    </a:lnTo>
                    <a:cubicBezTo>
                      <a:pt x="2836" y="9413"/>
                      <a:pt x="2749" y="9444"/>
                      <a:pt x="2663" y="9444"/>
                    </a:cubicBezTo>
                    <a:cubicBezTo>
                      <a:pt x="2576" y="9444"/>
                      <a:pt x="2489" y="9413"/>
                      <a:pt x="2426" y="9350"/>
                    </a:cubicBezTo>
                    <a:cubicBezTo>
                      <a:pt x="2300" y="9255"/>
                      <a:pt x="2300" y="9003"/>
                      <a:pt x="2426" y="8877"/>
                    </a:cubicBezTo>
                    <a:lnTo>
                      <a:pt x="2678" y="8657"/>
                    </a:lnTo>
                    <a:close/>
                    <a:moveTo>
                      <a:pt x="9389" y="1"/>
                    </a:moveTo>
                    <a:cubicBezTo>
                      <a:pt x="9121" y="1"/>
                      <a:pt x="8853" y="103"/>
                      <a:pt x="8664" y="308"/>
                    </a:cubicBezTo>
                    <a:cubicBezTo>
                      <a:pt x="8255" y="686"/>
                      <a:pt x="8255" y="1379"/>
                      <a:pt x="8664" y="1757"/>
                    </a:cubicBezTo>
                    <a:lnTo>
                      <a:pt x="8097" y="2324"/>
                    </a:lnTo>
                    <a:lnTo>
                      <a:pt x="7121" y="1316"/>
                    </a:lnTo>
                    <a:cubicBezTo>
                      <a:pt x="6932" y="1127"/>
                      <a:pt x="6648" y="1001"/>
                      <a:pt x="6365" y="1001"/>
                    </a:cubicBezTo>
                    <a:cubicBezTo>
                      <a:pt x="6081" y="1001"/>
                      <a:pt x="5829" y="1127"/>
                      <a:pt x="5608" y="1316"/>
                    </a:cubicBezTo>
                    <a:cubicBezTo>
                      <a:pt x="5419" y="1537"/>
                      <a:pt x="5293" y="1789"/>
                      <a:pt x="5293" y="2072"/>
                    </a:cubicBezTo>
                    <a:cubicBezTo>
                      <a:pt x="5293" y="2356"/>
                      <a:pt x="5419" y="2639"/>
                      <a:pt x="5608" y="2828"/>
                    </a:cubicBezTo>
                    <a:lnTo>
                      <a:pt x="5860" y="3049"/>
                    </a:lnTo>
                    <a:lnTo>
                      <a:pt x="2678" y="6263"/>
                    </a:lnTo>
                    <a:cubicBezTo>
                      <a:pt x="2143" y="6767"/>
                      <a:pt x="2048" y="7460"/>
                      <a:pt x="2269" y="8090"/>
                    </a:cubicBezTo>
                    <a:lnTo>
                      <a:pt x="1922" y="8468"/>
                    </a:lnTo>
                    <a:cubicBezTo>
                      <a:pt x="1607" y="8783"/>
                      <a:pt x="1513" y="9255"/>
                      <a:pt x="1733" y="9634"/>
                    </a:cubicBezTo>
                    <a:lnTo>
                      <a:pt x="95" y="11240"/>
                    </a:lnTo>
                    <a:cubicBezTo>
                      <a:pt x="1" y="11366"/>
                      <a:pt x="1" y="11618"/>
                      <a:pt x="95" y="11713"/>
                    </a:cubicBezTo>
                    <a:cubicBezTo>
                      <a:pt x="190" y="11807"/>
                      <a:pt x="284" y="11839"/>
                      <a:pt x="347" y="11839"/>
                    </a:cubicBezTo>
                    <a:cubicBezTo>
                      <a:pt x="410" y="11839"/>
                      <a:pt x="536" y="11807"/>
                      <a:pt x="568" y="11713"/>
                    </a:cubicBezTo>
                    <a:lnTo>
                      <a:pt x="2206" y="10106"/>
                    </a:lnTo>
                    <a:cubicBezTo>
                      <a:pt x="2363" y="10201"/>
                      <a:pt x="2458" y="10232"/>
                      <a:pt x="2615" y="10232"/>
                    </a:cubicBezTo>
                    <a:cubicBezTo>
                      <a:pt x="2899" y="10232"/>
                      <a:pt x="3183" y="10106"/>
                      <a:pt x="3372" y="9917"/>
                    </a:cubicBezTo>
                    <a:lnTo>
                      <a:pt x="3718" y="9571"/>
                    </a:lnTo>
                    <a:cubicBezTo>
                      <a:pt x="3939" y="9634"/>
                      <a:pt x="4159" y="9665"/>
                      <a:pt x="4348" y="9665"/>
                    </a:cubicBezTo>
                    <a:cubicBezTo>
                      <a:pt x="4789" y="9665"/>
                      <a:pt x="5262" y="9508"/>
                      <a:pt x="5577" y="9161"/>
                    </a:cubicBezTo>
                    <a:lnTo>
                      <a:pt x="8759" y="5979"/>
                    </a:lnTo>
                    <a:lnTo>
                      <a:pt x="9011" y="6199"/>
                    </a:lnTo>
                    <a:cubicBezTo>
                      <a:pt x="9200" y="6420"/>
                      <a:pt x="9484" y="6515"/>
                      <a:pt x="9767" y="6515"/>
                    </a:cubicBezTo>
                    <a:cubicBezTo>
                      <a:pt x="10019" y="6515"/>
                      <a:pt x="10303" y="6420"/>
                      <a:pt x="10492" y="6199"/>
                    </a:cubicBezTo>
                    <a:cubicBezTo>
                      <a:pt x="10712" y="6010"/>
                      <a:pt x="10807" y="5727"/>
                      <a:pt x="10807" y="5475"/>
                    </a:cubicBezTo>
                    <a:cubicBezTo>
                      <a:pt x="10807" y="5191"/>
                      <a:pt x="10712" y="4908"/>
                      <a:pt x="10492" y="4719"/>
                    </a:cubicBezTo>
                    <a:lnTo>
                      <a:pt x="9515" y="3711"/>
                    </a:lnTo>
                    <a:lnTo>
                      <a:pt x="10082" y="3207"/>
                    </a:lnTo>
                    <a:cubicBezTo>
                      <a:pt x="10271" y="3427"/>
                      <a:pt x="10555" y="3522"/>
                      <a:pt x="10807" y="3522"/>
                    </a:cubicBezTo>
                    <a:cubicBezTo>
                      <a:pt x="11090" y="3522"/>
                      <a:pt x="11374" y="3427"/>
                      <a:pt x="11563" y="3207"/>
                    </a:cubicBezTo>
                    <a:cubicBezTo>
                      <a:pt x="11972" y="2828"/>
                      <a:pt x="11972" y="2167"/>
                      <a:pt x="11563" y="1757"/>
                    </a:cubicBezTo>
                    <a:lnTo>
                      <a:pt x="10114" y="308"/>
                    </a:lnTo>
                    <a:cubicBezTo>
                      <a:pt x="9925" y="103"/>
                      <a:pt x="9657" y="1"/>
                      <a:pt x="9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6" name="Google Shape;796;p43"/>
            <p:cNvGrpSpPr/>
            <p:nvPr/>
          </p:nvGrpSpPr>
          <p:grpSpPr>
            <a:xfrm>
              <a:off x="6292730" y="3132618"/>
              <a:ext cx="462576" cy="494578"/>
              <a:chOff x="6292730" y="3132618"/>
              <a:chExt cx="462576" cy="494578"/>
            </a:xfrm>
          </p:grpSpPr>
          <p:grpSp>
            <p:nvGrpSpPr>
              <p:cNvPr id="797" name="Google Shape;797;p43"/>
              <p:cNvGrpSpPr/>
              <p:nvPr/>
            </p:nvGrpSpPr>
            <p:grpSpPr>
              <a:xfrm>
                <a:off x="6292730" y="3132618"/>
                <a:ext cx="462576" cy="494578"/>
                <a:chOff x="5970735" y="3154600"/>
                <a:chExt cx="426770" cy="456295"/>
              </a:xfrm>
            </p:grpSpPr>
            <p:sp>
              <p:nvSpPr>
                <p:cNvPr id="798" name="Google Shape;798;p43"/>
                <p:cNvSpPr/>
                <p:nvPr/>
              </p:nvSpPr>
              <p:spPr>
                <a:xfrm flipH="1">
                  <a:off x="5970735" y="3345820"/>
                  <a:ext cx="82007" cy="7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1" h="36637" extrusionOk="0">
                      <a:moveTo>
                        <a:pt x="13113" y="0"/>
                      </a:moveTo>
                      <a:cubicBezTo>
                        <a:pt x="10043" y="0"/>
                        <a:pt x="6974" y="1165"/>
                        <a:pt x="4645" y="3493"/>
                      </a:cubicBezTo>
                      <a:cubicBezTo>
                        <a:pt x="251" y="7908"/>
                        <a:pt x="0" y="14960"/>
                        <a:pt x="3913" y="19646"/>
                      </a:cubicBezTo>
                      <a:cubicBezTo>
                        <a:pt x="4143" y="19918"/>
                        <a:pt x="4394" y="20190"/>
                        <a:pt x="4645" y="20462"/>
                      </a:cubicBezTo>
                      <a:lnTo>
                        <a:pt x="20840" y="36636"/>
                      </a:lnTo>
                      <a:lnTo>
                        <a:pt x="37035" y="20462"/>
                      </a:lnTo>
                      <a:cubicBezTo>
                        <a:pt x="37286" y="20190"/>
                        <a:pt x="37537" y="19918"/>
                        <a:pt x="37768" y="19646"/>
                      </a:cubicBezTo>
                      <a:cubicBezTo>
                        <a:pt x="41680" y="14960"/>
                        <a:pt x="41429" y="7908"/>
                        <a:pt x="37035" y="3493"/>
                      </a:cubicBezTo>
                      <a:cubicBezTo>
                        <a:pt x="34706" y="1165"/>
                        <a:pt x="31632" y="0"/>
                        <a:pt x="28559" y="0"/>
                      </a:cubicBezTo>
                      <a:cubicBezTo>
                        <a:pt x="25807" y="0"/>
                        <a:pt x="23055" y="934"/>
                        <a:pt x="20840" y="2803"/>
                      </a:cubicBezTo>
                      <a:cubicBezTo>
                        <a:pt x="18616" y="934"/>
                        <a:pt x="15864" y="0"/>
                        <a:pt x="13113" y="0"/>
                      </a:cubicBezTo>
                      <a:close/>
                    </a:path>
                  </a:pathLst>
                </a:custGeom>
                <a:solidFill>
                  <a:srgbClr val="B2090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99" name="Google Shape;799;p43"/>
                <p:cNvGrpSpPr/>
                <p:nvPr/>
              </p:nvGrpSpPr>
              <p:grpSpPr>
                <a:xfrm flipH="1">
                  <a:off x="6057319" y="3270727"/>
                  <a:ext cx="340186" cy="340168"/>
                  <a:chOff x="5053900" y="3804850"/>
                  <a:chExt cx="483150" cy="483125"/>
                </a:xfrm>
              </p:grpSpPr>
              <p:sp>
                <p:nvSpPr>
                  <p:cNvPr id="800" name="Google Shape;800;p43"/>
                  <p:cNvSpPr/>
                  <p:nvPr/>
                </p:nvSpPr>
                <p:spPr>
                  <a:xfrm>
                    <a:off x="5053900" y="3804850"/>
                    <a:ext cx="483150" cy="483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26" h="19325" extrusionOk="0">
                        <a:moveTo>
                          <a:pt x="9663" y="1132"/>
                        </a:moveTo>
                        <a:cubicBezTo>
                          <a:pt x="14367" y="1132"/>
                          <a:pt x="18193" y="4958"/>
                          <a:pt x="18193" y="9662"/>
                        </a:cubicBezTo>
                        <a:cubicBezTo>
                          <a:pt x="18193" y="14367"/>
                          <a:pt x="14367" y="18192"/>
                          <a:pt x="9663" y="18192"/>
                        </a:cubicBezTo>
                        <a:cubicBezTo>
                          <a:pt x="4959" y="18192"/>
                          <a:pt x="1133" y="14367"/>
                          <a:pt x="1133" y="9662"/>
                        </a:cubicBezTo>
                        <a:cubicBezTo>
                          <a:pt x="1133" y="4958"/>
                          <a:pt x="4959" y="1132"/>
                          <a:pt x="9663" y="1132"/>
                        </a:cubicBezTo>
                        <a:close/>
                        <a:moveTo>
                          <a:pt x="9663" y="0"/>
                        </a:moveTo>
                        <a:cubicBezTo>
                          <a:pt x="7094" y="0"/>
                          <a:pt x="4669" y="1009"/>
                          <a:pt x="2839" y="2838"/>
                        </a:cubicBezTo>
                        <a:cubicBezTo>
                          <a:pt x="1009" y="4668"/>
                          <a:pt x="1" y="7093"/>
                          <a:pt x="1" y="9662"/>
                        </a:cubicBezTo>
                        <a:cubicBezTo>
                          <a:pt x="1" y="12232"/>
                          <a:pt x="1009" y="14657"/>
                          <a:pt x="2839" y="16486"/>
                        </a:cubicBezTo>
                        <a:cubicBezTo>
                          <a:pt x="4669" y="18316"/>
                          <a:pt x="7094" y="19325"/>
                          <a:pt x="9663" y="19325"/>
                        </a:cubicBezTo>
                        <a:cubicBezTo>
                          <a:pt x="12233" y="19325"/>
                          <a:pt x="14657" y="18316"/>
                          <a:pt x="16487" y="16486"/>
                        </a:cubicBezTo>
                        <a:cubicBezTo>
                          <a:pt x="18317" y="14657"/>
                          <a:pt x="19325" y="12232"/>
                          <a:pt x="19325" y="9662"/>
                        </a:cubicBezTo>
                        <a:cubicBezTo>
                          <a:pt x="19325" y="7093"/>
                          <a:pt x="18317" y="4668"/>
                          <a:pt x="16487" y="2838"/>
                        </a:cubicBezTo>
                        <a:cubicBezTo>
                          <a:pt x="14657" y="1009"/>
                          <a:pt x="12233" y="0"/>
                          <a:pt x="96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5D74"/>
                      </a:solidFill>
                    </a:endParaRPr>
                  </a:p>
                </p:txBody>
              </p:sp>
              <p:sp>
                <p:nvSpPr>
                  <p:cNvPr id="801" name="Google Shape;801;p43"/>
                  <p:cNvSpPr/>
                  <p:nvPr/>
                </p:nvSpPr>
                <p:spPr>
                  <a:xfrm rot="10800000">
                    <a:off x="5170122" y="4066248"/>
                    <a:ext cx="250675" cy="92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6" h="4529" extrusionOk="0">
                        <a:moveTo>
                          <a:pt x="5006" y="0"/>
                        </a:moveTo>
                        <a:cubicBezTo>
                          <a:pt x="2684" y="0"/>
                          <a:pt x="659" y="1572"/>
                          <a:pt x="79" y="3820"/>
                        </a:cubicBezTo>
                        <a:cubicBezTo>
                          <a:pt x="1" y="4125"/>
                          <a:pt x="182" y="4433"/>
                          <a:pt x="487" y="4511"/>
                        </a:cubicBezTo>
                        <a:cubicBezTo>
                          <a:pt x="533" y="4523"/>
                          <a:pt x="580" y="4528"/>
                          <a:pt x="625" y="4528"/>
                        </a:cubicBezTo>
                        <a:cubicBezTo>
                          <a:pt x="878" y="4528"/>
                          <a:pt x="1109" y="4359"/>
                          <a:pt x="1175" y="4103"/>
                        </a:cubicBezTo>
                        <a:cubicBezTo>
                          <a:pt x="1625" y="2352"/>
                          <a:pt x="3205" y="1126"/>
                          <a:pt x="5013" y="1126"/>
                        </a:cubicBezTo>
                        <a:cubicBezTo>
                          <a:pt x="6822" y="1126"/>
                          <a:pt x="8401" y="2352"/>
                          <a:pt x="8851" y="4103"/>
                        </a:cubicBezTo>
                        <a:cubicBezTo>
                          <a:pt x="8917" y="4359"/>
                          <a:pt x="9148" y="4528"/>
                          <a:pt x="9401" y="4528"/>
                        </a:cubicBezTo>
                        <a:cubicBezTo>
                          <a:pt x="9447" y="4528"/>
                          <a:pt x="9493" y="4523"/>
                          <a:pt x="9539" y="4511"/>
                        </a:cubicBezTo>
                        <a:cubicBezTo>
                          <a:pt x="9844" y="4433"/>
                          <a:pt x="10025" y="4125"/>
                          <a:pt x="9947" y="3820"/>
                        </a:cubicBezTo>
                        <a:cubicBezTo>
                          <a:pt x="9368" y="1572"/>
                          <a:pt x="7342" y="0"/>
                          <a:pt x="5020" y="0"/>
                        </a:cubicBezTo>
                        <a:cubicBezTo>
                          <a:pt x="5018" y="0"/>
                          <a:pt x="5015" y="0"/>
                          <a:pt x="5013" y="0"/>
                        </a:cubicBezTo>
                        <a:cubicBezTo>
                          <a:pt x="5011" y="0"/>
                          <a:pt x="5009" y="0"/>
                          <a:pt x="5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5D74"/>
                      </a:solidFill>
                    </a:endParaRPr>
                  </a:p>
                </p:txBody>
              </p:sp>
            </p:grpSp>
            <p:sp>
              <p:nvSpPr>
                <p:cNvPr id="802" name="Google Shape;802;p43"/>
                <p:cNvSpPr/>
                <p:nvPr/>
              </p:nvSpPr>
              <p:spPr>
                <a:xfrm flipH="1">
                  <a:off x="6008853" y="3188525"/>
                  <a:ext cx="119937" cy="105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1" h="36637" extrusionOk="0">
                      <a:moveTo>
                        <a:pt x="13113" y="0"/>
                      </a:moveTo>
                      <a:cubicBezTo>
                        <a:pt x="10043" y="0"/>
                        <a:pt x="6974" y="1165"/>
                        <a:pt x="4645" y="3493"/>
                      </a:cubicBezTo>
                      <a:cubicBezTo>
                        <a:pt x="251" y="7908"/>
                        <a:pt x="0" y="14960"/>
                        <a:pt x="3913" y="19646"/>
                      </a:cubicBezTo>
                      <a:cubicBezTo>
                        <a:pt x="4143" y="19918"/>
                        <a:pt x="4394" y="20190"/>
                        <a:pt x="4645" y="20462"/>
                      </a:cubicBezTo>
                      <a:lnTo>
                        <a:pt x="20840" y="36636"/>
                      </a:lnTo>
                      <a:lnTo>
                        <a:pt x="37035" y="20462"/>
                      </a:lnTo>
                      <a:cubicBezTo>
                        <a:pt x="37286" y="20190"/>
                        <a:pt x="37537" y="19918"/>
                        <a:pt x="37768" y="19646"/>
                      </a:cubicBezTo>
                      <a:cubicBezTo>
                        <a:pt x="41680" y="14960"/>
                        <a:pt x="41429" y="7908"/>
                        <a:pt x="37035" y="3493"/>
                      </a:cubicBezTo>
                      <a:cubicBezTo>
                        <a:pt x="34706" y="1165"/>
                        <a:pt x="31632" y="0"/>
                        <a:pt x="28559" y="0"/>
                      </a:cubicBezTo>
                      <a:cubicBezTo>
                        <a:pt x="25807" y="0"/>
                        <a:pt x="23055" y="934"/>
                        <a:pt x="20840" y="2803"/>
                      </a:cubicBezTo>
                      <a:cubicBezTo>
                        <a:pt x="18616" y="934"/>
                        <a:pt x="15864" y="0"/>
                        <a:pt x="13113" y="0"/>
                      </a:cubicBezTo>
                      <a:close/>
                    </a:path>
                  </a:pathLst>
                </a:custGeom>
                <a:solidFill>
                  <a:srgbClr val="B2090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43"/>
                <p:cNvSpPr/>
                <p:nvPr/>
              </p:nvSpPr>
              <p:spPr>
                <a:xfrm flipH="1">
                  <a:off x="5979778" y="3154600"/>
                  <a:ext cx="119937" cy="105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1" h="36637" extrusionOk="0">
                      <a:moveTo>
                        <a:pt x="13113" y="0"/>
                      </a:moveTo>
                      <a:cubicBezTo>
                        <a:pt x="10043" y="0"/>
                        <a:pt x="6974" y="1165"/>
                        <a:pt x="4645" y="3493"/>
                      </a:cubicBezTo>
                      <a:cubicBezTo>
                        <a:pt x="251" y="7908"/>
                        <a:pt x="0" y="14960"/>
                        <a:pt x="3913" y="19646"/>
                      </a:cubicBezTo>
                      <a:cubicBezTo>
                        <a:pt x="4143" y="19918"/>
                        <a:pt x="4394" y="20190"/>
                        <a:pt x="4645" y="20462"/>
                      </a:cubicBezTo>
                      <a:lnTo>
                        <a:pt x="20840" y="36636"/>
                      </a:lnTo>
                      <a:lnTo>
                        <a:pt x="37035" y="20462"/>
                      </a:lnTo>
                      <a:cubicBezTo>
                        <a:pt x="37286" y="20190"/>
                        <a:pt x="37537" y="19918"/>
                        <a:pt x="37768" y="19646"/>
                      </a:cubicBezTo>
                      <a:cubicBezTo>
                        <a:pt x="41680" y="14960"/>
                        <a:pt x="41429" y="7908"/>
                        <a:pt x="37035" y="3493"/>
                      </a:cubicBezTo>
                      <a:cubicBezTo>
                        <a:pt x="34706" y="1165"/>
                        <a:pt x="31632" y="0"/>
                        <a:pt x="28559" y="0"/>
                      </a:cubicBezTo>
                      <a:cubicBezTo>
                        <a:pt x="25807" y="0"/>
                        <a:pt x="23055" y="934"/>
                        <a:pt x="20840" y="2803"/>
                      </a:cubicBezTo>
                      <a:cubicBezTo>
                        <a:pt x="18616" y="934"/>
                        <a:pt x="15864" y="0"/>
                        <a:pt x="13113" y="0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4" name="Google Shape;804;p43"/>
              <p:cNvSpPr/>
              <p:nvPr/>
            </p:nvSpPr>
            <p:spPr>
              <a:xfrm>
                <a:off x="6498063" y="3391575"/>
                <a:ext cx="51900" cy="51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3"/>
              <p:cNvSpPr/>
              <p:nvPr/>
            </p:nvSpPr>
            <p:spPr>
              <a:xfrm>
                <a:off x="6596180" y="3391575"/>
                <a:ext cx="51900" cy="51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19225" y="295"/>
            <a:ext cx="6105600" cy="772200"/>
          </a:xfrm>
        </p:spPr>
        <p:txBody>
          <a:bodyPr/>
          <a:lstStyle/>
          <a:p>
            <a:r>
              <a:rPr lang="en-US" dirty="0" smtClean="0">
                <a:latin typeface="Calibri" panose="020F0502020204030204" charset="0"/>
                <a:cs typeface="Calibri" panose="020F0502020204030204" charset="0"/>
              </a:rPr>
              <a:t>Description of Industry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88670" y="742315"/>
            <a:ext cx="74326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2" algn="ctr"/>
            <a:r>
              <a:rPr lang="en-US" sz="2000" b="1" dirty="0" smtClean="0">
                <a:sym typeface="+mn-ea"/>
              </a:rPr>
              <a:t>Industry Types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88670" y="140430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Healthcare Technology (Health-Tech)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726305" y="140430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Social Enterprise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973955" y="1729105"/>
            <a:ext cx="282829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Although BloodLink operates on a commercial B2B model, its main goal is the public good, which is to reduce preventable deaths.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973955" y="3126105"/>
            <a:ext cx="313563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As a Social Enterprise, it uses market based strategies like subscriptions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028700" y="1741805"/>
            <a:ext cx="310451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BloodLink uses software and data analytics to improve a critical function within the healthcare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Future outlook and trends of the Industry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24865" y="139160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 Digitalization and AI Integration: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443355" y="1635125"/>
            <a:ext cx="6131560" cy="7835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5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The global blood management software market is expected to grow significantly, with a CAGR of 7.8% to 10.2% or higher. The broader digital health market is growing at around 19-21% CAGR, driven by the need for better IT and automation.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464945" y="2864485"/>
            <a:ext cx="6831965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Hospitals and blood centers are increasingly using AI for inventory management.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918210" y="262826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latin typeface="Times New Roman" panose="02020603050405020304"/>
                <a:ea typeface="Times New Roman" panose="02020603050405020304"/>
                <a:sym typeface="+mn-ea"/>
              </a:rPr>
              <a:t>Focus on Efficiency: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918210" y="323373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Donor Retention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518285" y="3456940"/>
            <a:ext cx="627126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people are very open to mobile apps for tracking donations and receiving encouragement.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Trends and market forecasts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92505" y="1787525"/>
            <a:ext cx="3065145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The Blood Management Software Market is expected to grow to about $3.89 billion to $7.226 billion by 2034, showing significant opportunity.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The Digital Health Market should surpass $1.5 trillion by 2032, creating a large and quickly growing environment for BloodLink to work in.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992505" y="143065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Market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047615" y="143065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Trends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047615" y="17872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AI-driven analytics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49520" y="208438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Patient Safety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  <a:p>
            <a:r>
              <a:rPr lang="en-US" sz="2000" dirty="0"/>
              <a:t>Mobile App (Flutter/React Native).</a:t>
            </a:r>
          </a:p>
          <a:p>
            <a:r>
              <a:rPr lang="en-US" sz="2000" dirty="0"/>
              <a:t>Backend: Firebase </a:t>
            </a:r>
          </a:p>
          <a:p>
            <a:r>
              <a:rPr lang="en-US" sz="2000" dirty="0"/>
              <a:t>AI Matching: Python, </a:t>
            </a:r>
            <a:r>
              <a:rPr lang="en-US" sz="2000" dirty="0" err="1"/>
              <a:t>TensorFlow</a:t>
            </a:r>
            <a:r>
              <a:rPr lang="en-US" sz="2000" dirty="0"/>
              <a:t>.</a:t>
            </a:r>
          </a:p>
          <a:p>
            <a:r>
              <a:rPr lang="en-US" sz="2000" dirty="0"/>
              <a:t>Cloud </a:t>
            </a:r>
            <a:r>
              <a:rPr lang="en-US" sz="2000" dirty="0" err="1" smtClean="0"/>
              <a:t>hosting:we</a:t>
            </a:r>
            <a:r>
              <a:rPr lang="en-US" sz="2000" dirty="0" smtClean="0"/>
              <a:t> use </a:t>
            </a:r>
            <a:r>
              <a:rPr lang="en-US" sz="2000" dirty="0" smtClean="0"/>
              <a:t>Microsoft </a:t>
            </a:r>
            <a:r>
              <a:rPr lang="en-US" sz="2000" dirty="0" err="1" smtClean="0"/>
              <a:t>Aure</a:t>
            </a:r>
            <a:endParaRPr lang="en-US" sz="2000" dirty="0"/>
          </a:p>
          <a:p>
            <a:r>
              <a:rPr lang="en-US" sz="2000" dirty="0"/>
              <a:t>Security: Encryption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1441" y="549951"/>
            <a:ext cx="7718700" cy="822900"/>
          </a:xfrm>
        </p:spPr>
        <p:txBody>
          <a:bodyPr/>
          <a:lstStyle/>
          <a:p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Technology </a:t>
            </a:r>
            <a:r>
              <a:rPr lang="en-US" sz="4700" dirty="0" smtClean="0">
                <a:latin typeface="Calibri" panose="020F0502020204030204" charset="0"/>
                <a:cs typeface="Calibri" panose="020F0502020204030204" charset="0"/>
              </a:rPr>
              <a:t>Plan</a:t>
            </a:r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/>
            </a:r>
            <a:br>
              <a:rPr lang="en-US" sz="4700" dirty="0">
                <a:latin typeface="Calibri" panose="020F0502020204030204" charset="0"/>
                <a:cs typeface="Calibri" panose="020F0502020204030204" charset="0"/>
              </a:rPr>
            </a:br>
            <a:endParaRPr lang="en-US" sz="4700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6008856" y="1354447"/>
            <a:ext cx="2051411" cy="2032220"/>
            <a:chOff x="6008856" y="1354447"/>
            <a:chExt cx="1789689" cy="1818539"/>
          </a:xfrm>
        </p:grpSpPr>
        <p:grpSp>
          <p:nvGrpSpPr>
            <p:cNvPr id="6" name="Google Shape;1268;p59"/>
            <p:cNvGrpSpPr/>
            <p:nvPr/>
          </p:nvGrpSpPr>
          <p:grpSpPr>
            <a:xfrm>
              <a:off x="7399735" y="2042134"/>
              <a:ext cx="398810" cy="389734"/>
              <a:chOff x="1940982" y="1623975"/>
              <a:chExt cx="398810" cy="389734"/>
            </a:xfrm>
          </p:grpSpPr>
          <p:sp>
            <p:nvSpPr>
              <p:cNvPr id="7" name="Google Shape;1269;p59"/>
              <p:cNvSpPr/>
              <p:nvPr/>
            </p:nvSpPr>
            <p:spPr>
              <a:xfrm>
                <a:off x="2205374" y="1781699"/>
                <a:ext cx="92700" cy="92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270;p59"/>
              <p:cNvSpPr/>
              <p:nvPr/>
            </p:nvSpPr>
            <p:spPr>
              <a:xfrm>
                <a:off x="1940982" y="1623975"/>
                <a:ext cx="398810" cy="389734"/>
              </a:xfrm>
              <a:custGeom>
                <a:avLst/>
                <a:gdLst/>
                <a:ahLst/>
                <a:cxnLst/>
                <a:rect l="l" t="t" r="r" b="b"/>
                <a:pathLst>
                  <a:path w="10985" h="10735" extrusionOk="0">
                    <a:moveTo>
                      <a:pt x="9416" y="3788"/>
                    </a:moveTo>
                    <a:cubicBezTo>
                      <a:pt x="9918" y="3788"/>
                      <a:pt x="10357" y="4227"/>
                      <a:pt x="10357" y="4729"/>
                    </a:cubicBezTo>
                    <a:cubicBezTo>
                      <a:pt x="10357" y="5252"/>
                      <a:pt x="9918" y="5671"/>
                      <a:pt x="9416" y="5671"/>
                    </a:cubicBezTo>
                    <a:cubicBezTo>
                      <a:pt x="8893" y="5671"/>
                      <a:pt x="8474" y="5252"/>
                      <a:pt x="8474" y="4729"/>
                    </a:cubicBezTo>
                    <a:cubicBezTo>
                      <a:pt x="8474" y="4227"/>
                      <a:pt x="8893" y="3788"/>
                      <a:pt x="9416" y="3788"/>
                    </a:cubicBezTo>
                    <a:close/>
                    <a:moveTo>
                      <a:pt x="4624" y="5671"/>
                    </a:moveTo>
                    <a:lnTo>
                      <a:pt x="3996" y="6654"/>
                    </a:lnTo>
                    <a:lnTo>
                      <a:pt x="3390" y="5671"/>
                    </a:lnTo>
                    <a:close/>
                    <a:moveTo>
                      <a:pt x="1486" y="1"/>
                    </a:moveTo>
                    <a:lnTo>
                      <a:pt x="1486" y="649"/>
                    </a:lnTo>
                    <a:lnTo>
                      <a:pt x="1193" y="649"/>
                    </a:lnTo>
                    <a:cubicBezTo>
                      <a:pt x="439" y="649"/>
                      <a:pt x="0" y="1507"/>
                      <a:pt x="419" y="2135"/>
                    </a:cubicBezTo>
                    <a:lnTo>
                      <a:pt x="3683" y="7345"/>
                    </a:lnTo>
                    <a:lnTo>
                      <a:pt x="3683" y="7659"/>
                    </a:lnTo>
                    <a:cubicBezTo>
                      <a:pt x="3683" y="9353"/>
                      <a:pt x="5064" y="10734"/>
                      <a:pt x="6758" y="10734"/>
                    </a:cubicBezTo>
                    <a:cubicBezTo>
                      <a:pt x="7533" y="10734"/>
                      <a:pt x="8265" y="10421"/>
                      <a:pt x="8830" y="9877"/>
                    </a:cubicBezTo>
                    <a:cubicBezTo>
                      <a:pt x="9416" y="9333"/>
                      <a:pt x="9730" y="8600"/>
                      <a:pt x="9730" y="7826"/>
                    </a:cubicBezTo>
                    <a:lnTo>
                      <a:pt x="9730" y="6278"/>
                    </a:lnTo>
                    <a:cubicBezTo>
                      <a:pt x="10441" y="6131"/>
                      <a:pt x="10985" y="5504"/>
                      <a:pt x="10985" y="4729"/>
                    </a:cubicBezTo>
                    <a:cubicBezTo>
                      <a:pt x="10985" y="3871"/>
                      <a:pt x="10274" y="3160"/>
                      <a:pt x="9416" y="3160"/>
                    </a:cubicBezTo>
                    <a:cubicBezTo>
                      <a:pt x="8537" y="3160"/>
                      <a:pt x="7825" y="3871"/>
                      <a:pt x="7825" y="4729"/>
                    </a:cubicBezTo>
                    <a:cubicBezTo>
                      <a:pt x="7825" y="5504"/>
                      <a:pt x="8370" y="6131"/>
                      <a:pt x="9102" y="6278"/>
                    </a:cubicBezTo>
                    <a:lnTo>
                      <a:pt x="9102" y="7826"/>
                    </a:lnTo>
                    <a:cubicBezTo>
                      <a:pt x="9102" y="9061"/>
                      <a:pt x="8014" y="10107"/>
                      <a:pt x="6758" y="10107"/>
                    </a:cubicBezTo>
                    <a:cubicBezTo>
                      <a:pt x="5419" y="10107"/>
                      <a:pt x="4310" y="9019"/>
                      <a:pt x="4310" y="7659"/>
                    </a:cubicBezTo>
                    <a:lnTo>
                      <a:pt x="4310" y="7345"/>
                    </a:lnTo>
                    <a:lnTo>
                      <a:pt x="7574" y="2135"/>
                    </a:lnTo>
                    <a:cubicBezTo>
                      <a:pt x="8014" y="1507"/>
                      <a:pt x="7574" y="649"/>
                      <a:pt x="6800" y="649"/>
                    </a:cubicBezTo>
                    <a:lnTo>
                      <a:pt x="6507" y="649"/>
                    </a:lnTo>
                    <a:lnTo>
                      <a:pt x="6507" y="1"/>
                    </a:lnTo>
                    <a:lnTo>
                      <a:pt x="5880" y="1"/>
                    </a:lnTo>
                    <a:lnTo>
                      <a:pt x="5880" y="1905"/>
                    </a:lnTo>
                    <a:lnTo>
                      <a:pt x="6507" y="1905"/>
                    </a:lnTo>
                    <a:lnTo>
                      <a:pt x="6507" y="1277"/>
                    </a:lnTo>
                    <a:lnTo>
                      <a:pt x="6800" y="1277"/>
                    </a:lnTo>
                    <a:cubicBezTo>
                      <a:pt x="7072" y="1277"/>
                      <a:pt x="7219" y="1570"/>
                      <a:pt x="7072" y="1779"/>
                    </a:cubicBezTo>
                    <a:lnTo>
                      <a:pt x="7051" y="1800"/>
                    </a:lnTo>
                    <a:lnTo>
                      <a:pt x="5001" y="5064"/>
                    </a:lnTo>
                    <a:lnTo>
                      <a:pt x="2992" y="5064"/>
                    </a:lnTo>
                    <a:lnTo>
                      <a:pt x="963" y="1800"/>
                    </a:lnTo>
                    <a:lnTo>
                      <a:pt x="942" y="1779"/>
                    </a:lnTo>
                    <a:cubicBezTo>
                      <a:pt x="795" y="1570"/>
                      <a:pt x="942" y="1277"/>
                      <a:pt x="1193" y="1277"/>
                    </a:cubicBezTo>
                    <a:lnTo>
                      <a:pt x="1486" y="1277"/>
                    </a:lnTo>
                    <a:lnTo>
                      <a:pt x="1486" y="1905"/>
                    </a:lnTo>
                    <a:lnTo>
                      <a:pt x="2113" y="1905"/>
                    </a:lnTo>
                    <a:lnTo>
                      <a:pt x="21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315;p59"/>
            <p:cNvGrpSpPr/>
            <p:nvPr/>
          </p:nvGrpSpPr>
          <p:grpSpPr>
            <a:xfrm>
              <a:off x="6717438" y="1354447"/>
              <a:ext cx="433521" cy="389734"/>
              <a:chOff x="7551769" y="1633850"/>
              <a:chExt cx="433521" cy="389734"/>
            </a:xfrm>
          </p:grpSpPr>
          <p:sp>
            <p:nvSpPr>
              <p:cNvPr id="10" name="Google Shape;1316;p59"/>
              <p:cNvSpPr/>
              <p:nvPr/>
            </p:nvSpPr>
            <p:spPr>
              <a:xfrm>
                <a:off x="7551769" y="1680031"/>
                <a:ext cx="274200" cy="274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317;p59"/>
              <p:cNvSpPr/>
              <p:nvPr/>
            </p:nvSpPr>
            <p:spPr>
              <a:xfrm>
                <a:off x="7681707" y="1702101"/>
                <a:ext cx="88656" cy="132902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2825" extrusionOk="0">
                    <a:moveTo>
                      <a:pt x="942" y="0"/>
                    </a:moveTo>
                    <a:lnTo>
                      <a:pt x="126" y="1423"/>
                    </a:lnTo>
                    <a:cubicBezTo>
                      <a:pt x="42" y="1570"/>
                      <a:pt x="0" y="1716"/>
                      <a:pt x="0" y="1883"/>
                    </a:cubicBezTo>
                    <a:cubicBezTo>
                      <a:pt x="0" y="2407"/>
                      <a:pt x="440" y="2825"/>
                      <a:pt x="942" y="2825"/>
                    </a:cubicBezTo>
                    <a:cubicBezTo>
                      <a:pt x="1465" y="2825"/>
                      <a:pt x="1884" y="2407"/>
                      <a:pt x="1884" y="1883"/>
                    </a:cubicBezTo>
                    <a:cubicBezTo>
                      <a:pt x="1884" y="1716"/>
                      <a:pt x="1842" y="1570"/>
                      <a:pt x="1758" y="1423"/>
                    </a:cubicBez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318;p59"/>
              <p:cNvSpPr/>
              <p:nvPr/>
            </p:nvSpPr>
            <p:spPr>
              <a:xfrm>
                <a:off x="7592542" y="1633850"/>
                <a:ext cx="392747" cy="389734"/>
              </a:xfrm>
              <a:custGeom>
                <a:avLst/>
                <a:gdLst/>
                <a:ahLst/>
                <a:cxnLst/>
                <a:rect l="l" t="t" r="r" b="b"/>
                <a:pathLst>
                  <a:path w="10818" h="10735" extrusionOk="0">
                    <a:moveTo>
                      <a:pt x="3767" y="628"/>
                    </a:moveTo>
                    <a:cubicBezTo>
                      <a:pt x="5503" y="628"/>
                      <a:pt x="6905" y="2030"/>
                      <a:pt x="6905" y="3767"/>
                    </a:cubicBezTo>
                    <a:cubicBezTo>
                      <a:pt x="6926" y="5504"/>
                      <a:pt x="5503" y="6905"/>
                      <a:pt x="3767" y="6905"/>
                    </a:cubicBezTo>
                    <a:cubicBezTo>
                      <a:pt x="2051" y="6905"/>
                      <a:pt x="628" y="5504"/>
                      <a:pt x="628" y="3767"/>
                    </a:cubicBezTo>
                    <a:cubicBezTo>
                      <a:pt x="628" y="2030"/>
                      <a:pt x="2030" y="628"/>
                      <a:pt x="3767" y="628"/>
                    </a:cubicBezTo>
                    <a:close/>
                    <a:moveTo>
                      <a:pt x="7700" y="7240"/>
                    </a:moveTo>
                    <a:lnTo>
                      <a:pt x="8202" y="7742"/>
                    </a:lnTo>
                    <a:lnTo>
                      <a:pt x="7742" y="8182"/>
                    </a:lnTo>
                    <a:lnTo>
                      <a:pt x="7261" y="7680"/>
                    </a:lnTo>
                    <a:lnTo>
                      <a:pt x="7700" y="7240"/>
                    </a:lnTo>
                    <a:close/>
                    <a:moveTo>
                      <a:pt x="8642" y="8182"/>
                    </a:moveTo>
                    <a:lnTo>
                      <a:pt x="10002" y="9563"/>
                    </a:lnTo>
                    <a:cubicBezTo>
                      <a:pt x="10127" y="9688"/>
                      <a:pt x="10127" y="9877"/>
                      <a:pt x="10002" y="10002"/>
                    </a:cubicBezTo>
                    <a:cubicBezTo>
                      <a:pt x="9939" y="10065"/>
                      <a:pt x="9876" y="10086"/>
                      <a:pt x="9793" y="10086"/>
                    </a:cubicBezTo>
                    <a:cubicBezTo>
                      <a:pt x="9709" y="10086"/>
                      <a:pt x="9625" y="10065"/>
                      <a:pt x="9562" y="10002"/>
                    </a:cubicBezTo>
                    <a:lnTo>
                      <a:pt x="8202" y="8642"/>
                    </a:lnTo>
                    <a:lnTo>
                      <a:pt x="8642" y="8182"/>
                    </a:lnTo>
                    <a:close/>
                    <a:moveTo>
                      <a:pt x="3767" y="1"/>
                    </a:moveTo>
                    <a:cubicBezTo>
                      <a:pt x="1695" y="1"/>
                      <a:pt x="0" y="1695"/>
                      <a:pt x="0" y="3767"/>
                    </a:cubicBezTo>
                    <a:cubicBezTo>
                      <a:pt x="0" y="5859"/>
                      <a:pt x="1695" y="7554"/>
                      <a:pt x="3767" y="7554"/>
                    </a:cubicBezTo>
                    <a:cubicBezTo>
                      <a:pt x="4708" y="7554"/>
                      <a:pt x="5545" y="7198"/>
                      <a:pt x="6215" y="6654"/>
                    </a:cubicBezTo>
                    <a:lnTo>
                      <a:pt x="6800" y="7261"/>
                    </a:lnTo>
                    <a:lnTo>
                      <a:pt x="6361" y="7701"/>
                    </a:lnTo>
                    <a:lnTo>
                      <a:pt x="9123" y="10462"/>
                    </a:lnTo>
                    <a:cubicBezTo>
                      <a:pt x="9290" y="10630"/>
                      <a:pt x="9541" y="10734"/>
                      <a:pt x="9793" y="10734"/>
                    </a:cubicBezTo>
                    <a:cubicBezTo>
                      <a:pt x="10044" y="10734"/>
                      <a:pt x="10274" y="10630"/>
                      <a:pt x="10441" y="10462"/>
                    </a:cubicBezTo>
                    <a:cubicBezTo>
                      <a:pt x="10818" y="10086"/>
                      <a:pt x="10818" y="9479"/>
                      <a:pt x="10462" y="9123"/>
                    </a:cubicBezTo>
                    <a:lnTo>
                      <a:pt x="7700" y="6361"/>
                    </a:lnTo>
                    <a:lnTo>
                      <a:pt x="7261" y="6801"/>
                    </a:lnTo>
                    <a:lnTo>
                      <a:pt x="6654" y="6215"/>
                    </a:lnTo>
                    <a:cubicBezTo>
                      <a:pt x="7219" y="5545"/>
                      <a:pt x="7554" y="4708"/>
                      <a:pt x="7554" y="3767"/>
                    </a:cubicBezTo>
                    <a:cubicBezTo>
                      <a:pt x="7554" y="1695"/>
                      <a:pt x="5859" y="1"/>
                      <a:pt x="37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19;p59"/>
              <p:cNvSpPr/>
              <p:nvPr/>
            </p:nvSpPr>
            <p:spPr>
              <a:xfrm>
                <a:off x="7672306" y="1679451"/>
                <a:ext cx="114724" cy="170924"/>
              </a:xfrm>
              <a:custGeom>
                <a:avLst/>
                <a:gdLst/>
                <a:ahLst/>
                <a:cxnLst/>
                <a:rect l="l" t="t" r="r" b="b"/>
                <a:pathLst>
                  <a:path w="3160" h="4708" extrusionOk="0">
                    <a:moveTo>
                      <a:pt x="1570" y="1255"/>
                    </a:moveTo>
                    <a:lnTo>
                      <a:pt x="2386" y="2678"/>
                    </a:lnTo>
                    <a:cubicBezTo>
                      <a:pt x="2469" y="2825"/>
                      <a:pt x="2511" y="2971"/>
                      <a:pt x="2511" y="3139"/>
                    </a:cubicBezTo>
                    <a:cubicBezTo>
                      <a:pt x="2511" y="3662"/>
                      <a:pt x="2093" y="4080"/>
                      <a:pt x="1570" y="4080"/>
                    </a:cubicBezTo>
                    <a:cubicBezTo>
                      <a:pt x="1046" y="4080"/>
                      <a:pt x="628" y="3662"/>
                      <a:pt x="628" y="3139"/>
                    </a:cubicBezTo>
                    <a:cubicBezTo>
                      <a:pt x="628" y="2971"/>
                      <a:pt x="670" y="2825"/>
                      <a:pt x="753" y="2678"/>
                    </a:cubicBezTo>
                    <a:lnTo>
                      <a:pt x="1570" y="1255"/>
                    </a:lnTo>
                    <a:close/>
                    <a:moveTo>
                      <a:pt x="1570" y="0"/>
                    </a:moveTo>
                    <a:lnTo>
                      <a:pt x="209" y="2364"/>
                    </a:lnTo>
                    <a:cubicBezTo>
                      <a:pt x="84" y="2595"/>
                      <a:pt x="0" y="2867"/>
                      <a:pt x="0" y="3139"/>
                    </a:cubicBezTo>
                    <a:cubicBezTo>
                      <a:pt x="0" y="4017"/>
                      <a:pt x="712" y="4708"/>
                      <a:pt x="1570" y="4708"/>
                    </a:cubicBezTo>
                    <a:cubicBezTo>
                      <a:pt x="2448" y="4708"/>
                      <a:pt x="3160" y="4017"/>
                      <a:pt x="3160" y="3139"/>
                    </a:cubicBezTo>
                    <a:cubicBezTo>
                      <a:pt x="3160" y="2867"/>
                      <a:pt x="3076" y="2595"/>
                      <a:pt x="2950" y="2364"/>
                    </a:cubicBezTo>
                    <a:lnTo>
                      <a:pt x="15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346;p59"/>
            <p:cNvGrpSpPr/>
            <p:nvPr/>
          </p:nvGrpSpPr>
          <p:grpSpPr>
            <a:xfrm>
              <a:off x="6190827" y="2758823"/>
              <a:ext cx="445866" cy="389734"/>
              <a:chOff x="4712519" y="3999406"/>
              <a:chExt cx="445866" cy="389734"/>
            </a:xfrm>
          </p:grpSpPr>
          <p:sp>
            <p:nvSpPr>
              <p:cNvPr id="15" name="Google Shape;1347;p59"/>
              <p:cNvSpPr/>
              <p:nvPr/>
            </p:nvSpPr>
            <p:spPr>
              <a:xfrm rot="5400000">
                <a:off x="4713719" y="4067400"/>
                <a:ext cx="188400" cy="190800"/>
              </a:xfrm>
              <a:prstGeom prst="round2SameRect">
                <a:avLst>
                  <a:gd name="adj1" fmla="val 24163"/>
                  <a:gd name="adj2" fmla="val 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" name="Google Shape;1348;p59"/>
              <p:cNvGrpSpPr/>
              <p:nvPr/>
            </p:nvGrpSpPr>
            <p:grpSpPr>
              <a:xfrm>
                <a:off x="4768650" y="3999406"/>
                <a:ext cx="389734" cy="389734"/>
                <a:chOff x="4768650" y="3999406"/>
                <a:chExt cx="389734" cy="389734"/>
              </a:xfrm>
            </p:grpSpPr>
            <p:sp>
              <p:nvSpPr>
                <p:cNvPr id="17" name="Google Shape;1349;p59"/>
                <p:cNvSpPr/>
                <p:nvPr/>
              </p:nvSpPr>
              <p:spPr>
                <a:xfrm>
                  <a:off x="4883341" y="4045007"/>
                  <a:ext cx="22836" cy="11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3160" extrusionOk="0">
                      <a:moveTo>
                        <a:pt x="1" y="0"/>
                      </a:moveTo>
                      <a:lnTo>
                        <a:pt x="1" y="3160"/>
                      </a:lnTo>
                      <a:lnTo>
                        <a:pt x="629" y="3160"/>
                      </a:lnTo>
                      <a:lnTo>
                        <a:pt x="6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350;p59"/>
                <p:cNvSpPr/>
                <p:nvPr/>
              </p:nvSpPr>
              <p:spPr>
                <a:xfrm>
                  <a:off x="4837014" y="4045007"/>
                  <a:ext cx="22836" cy="11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" h="3160" extrusionOk="0">
                      <a:moveTo>
                        <a:pt x="1" y="0"/>
                      </a:moveTo>
                      <a:lnTo>
                        <a:pt x="1" y="3160"/>
                      </a:lnTo>
                      <a:lnTo>
                        <a:pt x="628" y="3160"/>
                      </a:lnTo>
                      <a:lnTo>
                        <a:pt x="6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351;p59"/>
                <p:cNvSpPr/>
                <p:nvPr/>
              </p:nvSpPr>
              <p:spPr>
                <a:xfrm>
                  <a:off x="4768650" y="3999406"/>
                  <a:ext cx="389734" cy="389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5" h="10735" extrusionOk="0">
                      <a:moveTo>
                        <a:pt x="9165" y="628"/>
                      </a:moveTo>
                      <a:cubicBezTo>
                        <a:pt x="9667" y="628"/>
                        <a:pt x="10107" y="1068"/>
                        <a:pt x="10107" y="1570"/>
                      </a:cubicBezTo>
                      <a:lnTo>
                        <a:pt x="10107" y="3474"/>
                      </a:lnTo>
                      <a:cubicBezTo>
                        <a:pt x="10107" y="3662"/>
                        <a:pt x="9960" y="3788"/>
                        <a:pt x="9793" y="3788"/>
                      </a:cubicBezTo>
                      <a:lnTo>
                        <a:pt x="8537" y="3788"/>
                      </a:lnTo>
                      <a:cubicBezTo>
                        <a:pt x="8349" y="3788"/>
                        <a:pt x="8223" y="3662"/>
                        <a:pt x="8223" y="3474"/>
                      </a:cubicBezTo>
                      <a:lnTo>
                        <a:pt x="8223" y="1570"/>
                      </a:lnTo>
                      <a:cubicBezTo>
                        <a:pt x="8223" y="1047"/>
                        <a:pt x="8642" y="628"/>
                        <a:pt x="9165" y="628"/>
                      </a:cubicBezTo>
                      <a:close/>
                      <a:moveTo>
                        <a:pt x="4101" y="628"/>
                      </a:moveTo>
                      <a:cubicBezTo>
                        <a:pt x="4625" y="628"/>
                        <a:pt x="5043" y="1068"/>
                        <a:pt x="5043" y="1570"/>
                      </a:cubicBezTo>
                      <a:lnTo>
                        <a:pt x="5043" y="4102"/>
                      </a:lnTo>
                      <a:cubicBezTo>
                        <a:pt x="5043" y="4625"/>
                        <a:pt x="4625" y="5043"/>
                        <a:pt x="4101" y="5043"/>
                      </a:cubicBezTo>
                      <a:lnTo>
                        <a:pt x="628" y="5043"/>
                      </a:lnTo>
                      <a:lnTo>
                        <a:pt x="628" y="628"/>
                      </a:lnTo>
                      <a:close/>
                      <a:moveTo>
                        <a:pt x="6319" y="628"/>
                      </a:moveTo>
                      <a:lnTo>
                        <a:pt x="6319" y="5043"/>
                      </a:lnTo>
                      <a:lnTo>
                        <a:pt x="5357" y="5043"/>
                      </a:lnTo>
                      <a:cubicBezTo>
                        <a:pt x="5566" y="4792"/>
                        <a:pt x="5671" y="4457"/>
                        <a:pt x="5671" y="4102"/>
                      </a:cubicBezTo>
                      <a:lnTo>
                        <a:pt x="5671" y="1570"/>
                      </a:lnTo>
                      <a:cubicBezTo>
                        <a:pt x="5671" y="1235"/>
                        <a:pt x="5566" y="900"/>
                        <a:pt x="5357" y="628"/>
                      </a:cubicBezTo>
                      <a:close/>
                      <a:moveTo>
                        <a:pt x="9479" y="4416"/>
                      </a:moveTo>
                      <a:lnTo>
                        <a:pt x="9479" y="4729"/>
                      </a:lnTo>
                      <a:cubicBezTo>
                        <a:pt x="9479" y="4918"/>
                        <a:pt x="9332" y="5043"/>
                        <a:pt x="9165" y="5043"/>
                      </a:cubicBezTo>
                      <a:cubicBezTo>
                        <a:pt x="8977" y="5043"/>
                        <a:pt x="8851" y="4918"/>
                        <a:pt x="8851" y="4729"/>
                      </a:cubicBezTo>
                      <a:lnTo>
                        <a:pt x="8851" y="4416"/>
                      </a:lnTo>
                      <a:close/>
                      <a:moveTo>
                        <a:pt x="5043" y="7596"/>
                      </a:moveTo>
                      <a:lnTo>
                        <a:pt x="5043" y="8538"/>
                      </a:lnTo>
                      <a:lnTo>
                        <a:pt x="3788" y="8538"/>
                      </a:lnTo>
                      <a:lnTo>
                        <a:pt x="3788" y="9165"/>
                      </a:lnTo>
                      <a:lnTo>
                        <a:pt x="5043" y="9165"/>
                      </a:lnTo>
                      <a:lnTo>
                        <a:pt x="5043" y="10107"/>
                      </a:lnTo>
                      <a:lnTo>
                        <a:pt x="3474" y="10107"/>
                      </a:lnTo>
                      <a:cubicBezTo>
                        <a:pt x="3306" y="10107"/>
                        <a:pt x="3160" y="9960"/>
                        <a:pt x="3160" y="9793"/>
                      </a:cubicBezTo>
                      <a:lnTo>
                        <a:pt x="3160" y="7910"/>
                      </a:lnTo>
                      <a:cubicBezTo>
                        <a:pt x="3160" y="7722"/>
                        <a:pt x="3306" y="7596"/>
                        <a:pt x="3474" y="7596"/>
                      </a:cubicBezTo>
                      <a:close/>
                      <a:moveTo>
                        <a:pt x="6006" y="7596"/>
                      </a:moveTo>
                      <a:cubicBezTo>
                        <a:pt x="6173" y="7596"/>
                        <a:pt x="6319" y="7722"/>
                        <a:pt x="6319" y="7910"/>
                      </a:cubicBezTo>
                      <a:lnTo>
                        <a:pt x="6319" y="9793"/>
                      </a:lnTo>
                      <a:cubicBezTo>
                        <a:pt x="6319" y="9960"/>
                        <a:pt x="6173" y="10107"/>
                        <a:pt x="6006" y="10107"/>
                      </a:cubicBezTo>
                      <a:lnTo>
                        <a:pt x="5692" y="10107"/>
                      </a:lnTo>
                      <a:lnTo>
                        <a:pt x="5692" y="7596"/>
                      </a:lnTo>
                      <a:close/>
                      <a:moveTo>
                        <a:pt x="0" y="1"/>
                      </a:moveTo>
                      <a:lnTo>
                        <a:pt x="0" y="5692"/>
                      </a:lnTo>
                      <a:lnTo>
                        <a:pt x="628" y="5692"/>
                      </a:lnTo>
                      <a:lnTo>
                        <a:pt x="628" y="7596"/>
                      </a:lnTo>
                      <a:cubicBezTo>
                        <a:pt x="628" y="8454"/>
                        <a:pt x="1340" y="9165"/>
                        <a:pt x="2197" y="9165"/>
                      </a:cubicBezTo>
                      <a:lnTo>
                        <a:pt x="2532" y="9165"/>
                      </a:lnTo>
                      <a:lnTo>
                        <a:pt x="2532" y="9793"/>
                      </a:lnTo>
                      <a:cubicBezTo>
                        <a:pt x="2532" y="10316"/>
                        <a:pt x="2972" y="10735"/>
                        <a:pt x="3474" y="10735"/>
                      </a:cubicBezTo>
                      <a:lnTo>
                        <a:pt x="6006" y="10735"/>
                      </a:lnTo>
                      <a:cubicBezTo>
                        <a:pt x="6508" y="10735"/>
                        <a:pt x="6947" y="10316"/>
                        <a:pt x="6947" y="9793"/>
                      </a:cubicBezTo>
                      <a:lnTo>
                        <a:pt x="6947" y="9165"/>
                      </a:lnTo>
                      <a:lnTo>
                        <a:pt x="7910" y="9165"/>
                      </a:lnTo>
                      <a:cubicBezTo>
                        <a:pt x="8767" y="9165"/>
                        <a:pt x="9479" y="8454"/>
                        <a:pt x="9479" y="7596"/>
                      </a:cubicBezTo>
                      <a:lnTo>
                        <a:pt x="9479" y="5629"/>
                      </a:lnTo>
                      <a:cubicBezTo>
                        <a:pt x="9835" y="5504"/>
                        <a:pt x="10107" y="5148"/>
                        <a:pt x="10107" y="4750"/>
                      </a:cubicBezTo>
                      <a:lnTo>
                        <a:pt x="10107" y="4374"/>
                      </a:lnTo>
                      <a:cubicBezTo>
                        <a:pt x="10462" y="4248"/>
                        <a:pt x="10734" y="3893"/>
                        <a:pt x="10734" y="3495"/>
                      </a:cubicBezTo>
                      <a:lnTo>
                        <a:pt x="10734" y="1570"/>
                      </a:lnTo>
                      <a:cubicBezTo>
                        <a:pt x="10734" y="712"/>
                        <a:pt x="10023" y="1"/>
                        <a:pt x="9165" y="1"/>
                      </a:cubicBezTo>
                      <a:cubicBezTo>
                        <a:pt x="8286" y="1"/>
                        <a:pt x="7575" y="712"/>
                        <a:pt x="7575" y="1570"/>
                      </a:cubicBezTo>
                      <a:lnTo>
                        <a:pt x="7575" y="3474"/>
                      </a:lnTo>
                      <a:cubicBezTo>
                        <a:pt x="7575" y="3893"/>
                        <a:pt x="7847" y="4248"/>
                        <a:pt x="8203" y="4374"/>
                      </a:cubicBezTo>
                      <a:lnTo>
                        <a:pt x="8203" y="4750"/>
                      </a:lnTo>
                      <a:cubicBezTo>
                        <a:pt x="8203" y="5148"/>
                        <a:pt x="8475" y="5504"/>
                        <a:pt x="8851" y="5629"/>
                      </a:cubicBezTo>
                      <a:lnTo>
                        <a:pt x="8851" y="7596"/>
                      </a:lnTo>
                      <a:cubicBezTo>
                        <a:pt x="8851" y="8119"/>
                        <a:pt x="8412" y="8538"/>
                        <a:pt x="7910" y="8538"/>
                      </a:cubicBezTo>
                      <a:lnTo>
                        <a:pt x="6947" y="8538"/>
                      </a:lnTo>
                      <a:lnTo>
                        <a:pt x="6947" y="7910"/>
                      </a:lnTo>
                      <a:cubicBezTo>
                        <a:pt x="6947" y="7387"/>
                        <a:pt x="6508" y="6968"/>
                        <a:pt x="6006" y="6968"/>
                      </a:cubicBezTo>
                      <a:lnTo>
                        <a:pt x="3474" y="6968"/>
                      </a:lnTo>
                      <a:cubicBezTo>
                        <a:pt x="2972" y="6968"/>
                        <a:pt x="2532" y="7387"/>
                        <a:pt x="2532" y="7910"/>
                      </a:cubicBezTo>
                      <a:lnTo>
                        <a:pt x="2532" y="8538"/>
                      </a:lnTo>
                      <a:lnTo>
                        <a:pt x="2197" y="8538"/>
                      </a:lnTo>
                      <a:cubicBezTo>
                        <a:pt x="1695" y="8538"/>
                        <a:pt x="1256" y="8098"/>
                        <a:pt x="1256" y="7596"/>
                      </a:cubicBezTo>
                      <a:lnTo>
                        <a:pt x="1256" y="5692"/>
                      </a:lnTo>
                      <a:lnTo>
                        <a:pt x="6947" y="5692"/>
                      </a:lnTo>
                      <a:lnTo>
                        <a:pt x="694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" name="Google Shape;1375;p59"/>
            <p:cNvGrpSpPr/>
            <p:nvPr/>
          </p:nvGrpSpPr>
          <p:grpSpPr>
            <a:xfrm>
              <a:off x="6008856" y="2065677"/>
              <a:ext cx="432969" cy="342647"/>
              <a:chOff x="4725416" y="2221064"/>
              <a:chExt cx="432969" cy="342647"/>
            </a:xfrm>
          </p:grpSpPr>
          <p:sp>
            <p:nvSpPr>
              <p:cNvPr id="21" name="Google Shape;1376;p59"/>
              <p:cNvSpPr/>
              <p:nvPr/>
            </p:nvSpPr>
            <p:spPr>
              <a:xfrm>
                <a:off x="4725416" y="2275156"/>
                <a:ext cx="242400" cy="243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377;p59"/>
              <p:cNvSpPr/>
              <p:nvPr/>
            </p:nvSpPr>
            <p:spPr>
              <a:xfrm>
                <a:off x="4845231" y="2284421"/>
                <a:ext cx="88656" cy="132902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2825" extrusionOk="0">
                    <a:moveTo>
                      <a:pt x="942" y="0"/>
                    </a:moveTo>
                    <a:lnTo>
                      <a:pt x="126" y="1423"/>
                    </a:lnTo>
                    <a:cubicBezTo>
                      <a:pt x="42" y="1570"/>
                      <a:pt x="0" y="1716"/>
                      <a:pt x="0" y="1883"/>
                    </a:cubicBezTo>
                    <a:cubicBezTo>
                      <a:pt x="0" y="2407"/>
                      <a:pt x="440" y="2825"/>
                      <a:pt x="942" y="2825"/>
                    </a:cubicBezTo>
                    <a:cubicBezTo>
                      <a:pt x="1465" y="2825"/>
                      <a:pt x="1884" y="2407"/>
                      <a:pt x="1884" y="1883"/>
                    </a:cubicBezTo>
                    <a:cubicBezTo>
                      <a:pt x="1884" y="1716"/>
                      <a:pt x="1842" y="1570"/>
                      <a:pt x="1758" y="1423"/>
                    </a:cubicBez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378;p59"/>
              <p:cNvSpPr/>
              <p:nvPr/>
            </p:nvSpPr>
            <p:spPr>
              <a:xfrm>
                <a:off x="4768650" y="2221064"/>
                <a:ext cx="389734" cy="342647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9438" extrusionOk="0">
                    <a:moveTo>
                      <a:pt x="9583" y="4415"/>
                    </a:moveTo>
                    <a:lnTo>
                      <a:pt x="9897" y="5043"/>
                    </a:lnTo>
                    <a:lnTo>
                      <a:pt x="8223" y="5043"/>
                    </a:lnTo>
                    <a:lnTo>
                      <a:pt x="8223" y="4415"/>
                    </a:lnTo>
                    <a:close/>
                    <a:moveTo>
                      <a:pt x="6340" y="628"/>
                    </a:moveTo>
                    <a:lnTo>
                      <a:pt x="6340" y="6299"/>
                    </a:lnTo>
                    <a:lnTo>
                      <a:pt x="628" y="6299"/>
                    </a:lnTo>
                    <a:lnTo>
                      <a:pt x="628" y="628"/>
                    </a:lnTo>
                    <a:close/>
                    <a:moveTo>
                      <a:pt x="2511" y="6926"/>
                    </a:moveTo>
                    <a:cubicBezTo>
                      <a:pt x="2051" y="6926"/>
                      <a:pt x="1653" y="7177"/>
                      <a:pt x="1423" y="7554"/>
                    </a:cubicBezTo>
                    <a:lnTo>
                      <a:pt x="628" y="7554"/>
                    </a:lnTo>
                    <a:lnTo>
                      <a:pt x="628" y="6926"/>
                    </a:lnTo>
                    <a:close/>
                    <a:moveTo>
                      <a:pt x="6319" y="6926"/>
                    </a:moveTo>
                    <a:lnTo>
                      <a:pt x="6319" y="7554"/>
                    </a:lnTo>
                    <a:lnTo>
                      <a:pt x="3599" y="7554"/>
                    </a:lnTo>
                    <a:cubicBezTo>
                      <a:pt x="3390" y="7177"/>
                      <a:pt x="2972" y="6926"/>
                      <a:pt x="2511" y="6926"/>
                    </a:cubicBezTo>
                    <a:close/>
                    <a:moveTo>
                      <a:pt x="8956" y="3160"/>
                    </a:moveTo>
                    <a:lnTo>
                      <a:pt x="9270" y="3788"/>
                    </a:lnTo>
                    <a:lnTo>
                      <a:pt x="7596" y="3788"/>
                    </a:lnTo>
                    <a:lnTo>
                      <a:pt x="7596" y="5671"/>
                    </a:lnTo>
                    <a:lnTo>
                      <a:pt x="10107" y="5671"/>
                    </a:lnTo>
                    <a:lnTo>
                      <a:pt x="10107" y="6299"/>
                    </a:lnTo>
                    <a:lnTo>
                      <a:pt x="9479" y="6299"/>
                    </a:lnTo>
                    <a:lnTo>
                      <a:pt x="9479" y="6926"/>
                    </a:lnTo>
                    <a:lnTo>
                      <a:pt x="10107" y="6926"/>
                    </a:lnTo>
                    <a:lnTo>
                      <a:pt x="10107" y="7554"/>
                    </a:lnTo>
                    <a:lnTo>
                      <a:pt x="9311" y="7554"/>
                    </a:lnTo>
                    <a:cubicBezTo>
                      <a:pt x="9081" y="7177"/>
                      <a:pt x="8684" y="6926"/>
                      <a:pt x="8223" y="6926"/>
                    </a:cubicBezTo>
                    <a:cubicBezTo>
                      <a:pt x="7742" y="6926"/>
                      <a:pt x="7345" y="7177"/>
                      <a:pt x="7135" y="7554"/>
                    </a:cubicBezTo>
                    <a:lnTo>
                      <a:pt x="6968" y="7554"/>
                    </a:lnTo>
                    <a:lnTo>
                      <a:pt x="6968" y="3160"/>
                    </a:lnTo>
                    <a:close/>
                    <a:moveTo>
                      <a:pt x="2511" y="7554"/>
                    </a:moveTo>
                    <a:cubicBezTo>
                      <a:pt x="2867" y="7554"/>
                      <a:pt x="3139" y="7826"/>
                      <a:pt x="3139" y="8182"/>
                    </a:cubicBezTo>
                    <a:cubicBezTo>
                      <a:pt x="3139" y="8516"/>
                      <a:pt x="2867" y="8809"/>
                      <a:pt x="2511" y="8809"/>
                    </a:cubicBezTo>
                    <a:cubicBezTo>
                      <a:pt x="2177" y="8809"/>
                      <a:pt x="1884" y="8516"/>
                      <a:pt x="1884" y="8182"/>
                    </a:cubicBezTo>
                    <a:cubicBezTo>
                      <a:pt x="1884" y="7826"/>
                      <a:pt x="2177" y="7554"/>
                      <a:pt x="2511" y="7554"/>
                    </a:cubicBezTo>
                    <a:close/>
                    <a:moveTo>
                      <a:pt x="8223" y="7554"/>
                    </a:moveTo>
                    <a:cubicBezTo>
                      <a:pt x="8558" y="7554"/>
                      <a:pt x="8851" y="7826"/>
                      <a:pt x="8851" y="8182"/>
                    </a:cubicBezTo>
                    <a:cubicBezTo>
                      <a:pt x="8851" y="8516"/>
                      <a:pt x="8558" y="8809"/>
                      <a:pt x="8223" y="8809"/>
                    </a:cubicBezTo>
                    <a:cubicBezTo>
                      <a:pt x="7868" y="8809"/>
                      <a:pt x="7596" y="8516"/>
                      <a:pt x="7596" y="8182"/>
                    </a:cubicBezTo>
                    <a:cubicBezTo>
                      <a:pt x="7596" y="7826"/>
                      <a:pt x="7868" y="7554"/>
                      <a:pt x="8223" y="7554"/>
                    </a:cubicBezTo>
                    <a:close/>
                    <a:moveTo>
                      <a:pt x="0" y="1"/>
                    </a:moveTo>
                    <a:lnTo>
                      <a:pt x="0" y="8182"/>
                    </a:lnTo>
                    <a:lnTo>
                      <a:pt x="1256" y="8182"/>
                    </a:lnTo>
                    <a:cubicBezTo>
                      <a:pt x="1256" y="8872"/>
                      <a:pt x="1821" y="9437"/>
                      <a:pt x="2511" y="9437"/>
                    </a:cubicBezTo>
                    <a:cubicBezTo>
                      <a:pt x="3223" y="9437"/>
                      <a:pt x="3767" y="8872"/>
                      <a:pt x="3767" y="8182"/>
                    </a:cubicBezTo>
                    <a:lnTo>
                      <a:pt x="6968" y="8182"/>
                    </a:lnTo>
                    <a:cubicBezTo>
                      <a:pt x="6968" y="8872"/>
                      <a:pt x="7533" y="9437"/>
                      <a:pt x="8223" y="9437"/>
                    </a:cubicBezTo>
                    <a:cubicBezTo>
                      <a:pt x="8914" y="9437"/>
                      <a:pt x="9479" y="8872"/>
                      <a:pt x="9479" y="8182"/>
                    </a:cubicBezTo>
                    <a:lnTo>
                      <a:pt x="10734" y="8182"/>
                    </a:lnTo>
                    <a:lnTo>
                      <a:pt x="10734" y="5273"/>
                    </a:lnTo>
                    <a:lnTo>
                      <a:pt x="9353" y="2511"/>
                    </a:lnTo>
                    <a:lnTo>
                      <a:pt x="6968" y="2511"/>
                    </a:lnTo>
                    <a:lnTo>
                      <a:pt x="69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379;p59"/>
              <p:cNvSpPr/>
              <p:nvPr/>
            </p:nvSpPr>
            <p:spPr>
              <a:xfrm>
                <a:off x="4837014" y="2255265"/>
                <a:ext cx="114724" cy="171686"/>
              </a:xfrm>
              <a:custGeom>
                <a:avLst/>
                <a:gdLst/>
                <a:ahLst/>
                <a:cxnLst/>
                <a:rect l="l" t="t" r="r" b="b"/>
                <a:pathLst>
                  <a:path w="3160" h="4729" extrusionOk="0">
                    <a:moveTo>
                      <a:pt x="1570" y="1256"/>
                    </a:moveTo>
                    <a:lnTo>
                      <a:pt x="2386" y="2678"/>
                    </a:lnTo>
                    <a:cubicBezTo>
                      <a:pt x="2470" y="2825"/>
                      <a:pt x="2511" y="2992"/>
                      <a:pt x="2511" y="3160"/>
                    </a:cubicBezTo>
                    <a:cubicBezTo>
                      <a:pt x="2511" y="3662"/>
                      <a:pt x="2093" y="4101"/>
                      <a:pt x="1570" y="4101"/>
                    </a:cubicBezTo>
                    <a:cubicBezTo>
                      <a:pt x="1068" y="4101"/>
                      <a:pt x="628" y="3662"/>
                      <a:pt x="628" y="3160"/>
                    </a:cubicBezTo>
                    <a:cubicBezTo>
                      <a:pt x="628" y="2992"/>
                      <a:pt x="691" y="2825"/>
                      <a:pt x="754" y="2678"/>
                    </a:cubicBezTo>
                    <a:lnTo>
                      <a:pt x="1570" y="1256"/>
                    </a:lnTo>
                    <a:close/>
                    <a:moveTo>
                      <a:pt x="1570" y="0"/>
                    </a:moveTo>
                    <a:lnTo>
                      <a:pt x="210" y="2364"/>
                    </a:lnTo>
                    <a:cubicBezTo>
                      <a:pt x="84" y="2595"/>
                      <a:pt x="1" y="2867"/>
                      <a:pt x="1" y="3139"/>
                    </a:cubicBezTo>
                    <a:cubicBezTo>
                      <a:pt x="1" y="4017"/>
                      <a:pt x="712" y="4729"/>
                      <a:pt x="1591" y="4729"/>
                    </a:cubicBezTo>
                    <a:cubicBezTo>
                      <a:pt x="2449" y="4729"/>
                      <a:pt x="3160" y="4017"/>
                      <a:pt x="3160" y="3139"/>
                    </a:cubicBezTo>
                    <a:cubicBezTo>
                      <a:pt x="3160" y="2867"/>
                      <a:pt x="3076" y="2595"/>
                      <a:pt x="2951" y="2364"/>
                    </a:cubicBezTo>
                    <a:lnTo>
                      <a:pt x="15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1311;p59"/>
            <p:cNvGrpSpPr/>
            <p:nvPr/>
          </p:nvGrpSpPr>
          <p:grpSpPr>
            <a:xfrm>
              <a:off x="7150959" y="2780752"/>
              <a:ext cx="445737" cy="392234"/>
              <a:chOff x="6120019" y="3416767"/>
              <a:chExt cx="445737" cy="392234"/>
            </a:xfrm>
          </p:grpSpPr>
          <p:sp>
            <p:nvSpPr>
              <p:cNvPr id="26" name="Google Shape;1312;p59"/>
              <p:cNvSpPr/>
              <p:nvPr/>
            </p:nvSpPr>
            <p:spPr>
              <a:xfrm>
                <a:off x="6120019" y="3462579"/>
                <a:ext cx="395797" cy="346422"/>
              </a:xfrm>
              <a:custGeom>
                <a:avLst/>
                <a:gdLst/>
                <a:ahLst/>
                <a:cxnLst/>
                <a:rect l="l" t="t" r="r" b="b"/>
                <a:pathLst>
                  <a:path w="10902" h="9542" extrusionOk="0">
                    <a:moveTo>
                      <a:pt x="2909" y="0"/>
                    </a:moveTo>
                    <a:cubicBezTo>
                      <a:pt x="1382" y="21"/>
                      <a:pt x="168" y="1339"/>
                      <a:pt x="85" y="2909"/>
                    </a:cubicBezTo>
                    <a:cubicBezTo>
                      <a:pt x="1" y="4876"/>
                      <a:pt x="1549" y="6215"/>
                      <a:pt x="3893" y="8202"/>
                    </a:cubicBezTo>
                    <a:cubicBezTo>
                      <a:pt x="4332" y="8579"/>
                      <a:pt x="4771" y="8956"/>
                      <a:pt x="5232" y="9353"/>
                    </a:cubicBezTo>
                    <a:lnTo>
                      <a:pt x="5441" y="9541"/>
                    </a:lnTo>
                    <a:lnTo>
                      <a:pt x="5650" y="9353"/>
                    </a:lnTo>
                    <a:cubicBezTo>
                      <a:pt x="6131" y="8935"/>
                      <a:pt x="6571" y="8579"/>
                      <a:pt x="6989" y="8202"/>
                    </a:cubicBezTo>
                    <a:cubicBezTo>
                      <a:pt x="9333" y="6215"/>
                      <a:pt x="10902" y="4876"/>
                      <a:pt x="10797" y="2909"/>
                    </a:cubicBezTo>
                    <a:cubicBezTo>
                      <a:pt x="10735" y="1339"/>
                      <a:pt x="9521" y="21"/>
                      <a:pt x="7973" y="0"/>
                    </a:cubicBezTo>
                    <a:cubicBezTo>
                      <a:pt x="7094" y="0"/>
                      <a:pt x="6320" y="419"/>
                      <a:pt x="5734" y="1235"/>
                    </a:cubicBezTo>
                    <a:cubicBezTo>
                      <a:pt x="5608" y="1402"/>
                      <a:pt x="5525" y="1549"/>
                      <a:pt x="5441" y="1716"/>
                    </a:cubicBezTo>
                    <a:cubicBezTo>
                      <a:pt x="5357" y="1549"/>
                      <a:pt x="5274" y="1402"/>
                      <a:pt x="5169" y="1235"/>
                    </a:cubicBezTo>
                    <a:cubicBezTo>
                      <a:pt x="4583" y="440"/>
                      <a:pt x="3830" y="0"/>
                      <a:pt x="2930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313;p59"/>
              <p:cNvSpPr/>
              <p:nvPr/>
            </p:nvSpPr>
            <p:spPr>
              <a:xfrm>
                <a:off x="6194809" y="3441293"/>
                <a:ext cx="344958" cy="165635"/>
              </a:xfrm>
              <a:custGeom>
                <a:avLst/>
                <a:gdLst/>
                <a:ahLst/>
                <a:cxnLst/>
                <a:rect l="l" t="t" r="r" b="b"/>
                <a:pathLst>
                  <a:path w="9501" h="4562" extrusionOk="0">
                    <a:moveTo>
                      <a:pt x="2219" y="0"/>
                    </a:moveTo>
                    <a:cubicBezTo>
                      <a:pt x="1047" y="0"/>
                      <a:pt x="85" y="1025"/>
                      <a:pt x="22" y="2302"/>
                    </a:cubicBezTo>
                    <a:cubicBezTo>
                      <a:pt x="1" y="2804"/>
                      <a:pt x="106" y="3285"/>
                      <a:pt x="378" y="3766"/>
                    </a:cubicBezTo>
                    <a:lnTo>
                      <a:pt x="2010" y="3766"/>
                    </a:lnTo>
                    <a:lnTo>
                      <a:pt x="2847" y="1276"/>
                    </a:lnTo>
                    <a:lnTo>
                      <a:pt x="4165" y="4561"/>
                    </a:lnTo>
                    <a:lnTo>
                      <a:pt x="4562" y="3766"/>
                    </a:lnTo>
                    <a:lnTo>
                      <a:pt x="9145" y="3766"/>
                    </a:lnTo>
                    <a:cubicBezTo>
                      <a:pt x="9396" y="3264"/>
                      <a:pt x="9500" y="2804"/>
                      <a:pt x="9479" y="2302"/>
                    </a:cubicBezTo>
                    <a:cubicBezTo>
                      <a:pt x="9417" y="1004"/>
                      <a:pt x="8454" y="0"/>
                      <a:pt x="7282" y="0"/>
                    </a:cubicBezTo>
                    <a:lnTo>
                      <a:pt x="7261" y="0"/>
                    </a:lnTo>
                    <a:cubicBezTo>
                      <a:pt x="5608" y="0"/>
                      <a:pt x="5064" y="1946"/>
                      <a:pt x="5064" y="1967"/>
                    </a:cubicBezTo>
                    <a:lnTo>
                      <a:pt x="4751" y="3076"/>
                    </a:lnTo>
                    <a:lnTo>
                      <a:pt x="4458" y="1967"/>
                    </a:lnTo>
                    <a:cubicBezTo>
                      <a:pt x="4437" y="1967"/>
                      <a:pt x="4290" y="1444"/>
                      <a:pt x="3935" y="942"/>
                    </a:cubicBezTo>
                    <a:cubicBezTo>
                      <a:pt x="3495" y="314"/>
                      <a:pt x="2909" y="0"/>
                      <a:pt x="2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314;p59"/>
              <p:cNvSpPr/>
              <p:nvPr/>
            </p:nvSpPr>
            <p:spPr>
              <a:xfrm>
                <a:off x="6169959" y="3416767"/>
                <a:ext cx="395797" cy="346422"/>
              </a:xfrm>
              <a:custGeom>
                <a:avLst/>
                <a:gdLst/>
                <a:ahLst/>
                <a:cxnLst/>
                <a:rect l="l" t="t" r="r" b="b"/>
                <a:pathLst>
                  <a:path w="10902" h="9542" extrusionOk="0">
                    <a:moveTo>
                      <a:pt x="7972" y="628"/>
                    </a:moveTo>
                    <a:cubicBezTo>
                      <a:pt x="9144" y="649"/>
                      <a:pt x="10107" y="1653"/>
                      <a:pt x="10169" y="2930"/>
                    </a:cubicBezTo>
                    <a:cubicBezTo>
                      <a:pt x="10190" y="3432"/>
                      <a:pt x="10086" y="3913"/>
                      <a:pt x="9835" y="4394"/>
                    </a:cubicBezTo>
                    <a:lnTo>
                      <a:pt x="5252" y="4394"/>
                    </a:lnTo>
                    <a:lnTo>
                      <a:pt x="4834" y="5210"/>
                    </a:lnTo>
                    <a:lnTo>
                      <a:pt x="3516" y="1925"/>
                    </a:lnTo>
                    <a:lnTo>
                      <a:pt x="2700" y="4394"/>
                    </a:lnTo>
                    <a:lnTo>
                      <a:pt x="1047" y="4394"/>
                    </a:lnTo>
                    <a:cubicBezTo>
                      <a:pt x="796" y="3913"/>
                      <a:pt x="691" y="3453"/>
                      <a:pt x="712" y="2930"/>
                    </a:cubicBezTo>
                    <a:cubicBezTo>
                      <a:pt x="775" y="1653"/>
                      <a:pt x="1737" y="649"/>
                      <a:pt x="2909" y="628"/>
                    </a:cubicBezTo>
                    <a:lnTo>
                      <a:pt x="2930" y="628"/>
                    </a:lnTo>
                    <a:cubicBezTo>
                      <a:pt x="3599" y="628"/>
                      <a:pt x="4164" y="963"/>
                      <a:pt x="4625" y="1591"/>
                    </a:cubicBezTo>
                    <a:cubicBezTo>
                      <a:pt x="4980" y="2072"/>
                      <a:pt x="5127" y="2595"/>
                      <a:pt x="5127" y="2595"/>
                    </a:cubicBezTo>
                    <a:lnTo>
                      <a:pt x="5441" y="3704"/>
                    </a:lnTo>
                    <a:lnTo>
                      <a:pt x="5734" y="2595"/>
                    </a:lnTo>
                    <a:cubicBezTo>
                      <a:pt x="5734" y="2574"/>
                      <a:pt x="6298" y="628"/>
                      <a:pt x="7951" y="628"/>
                    </a:cubicBezTo>
                    <a:close/>
                    <a:moveTo>
                      <a:pt x="3578" y="3746"/>
                    </a:moveTo>
                    <a:lnTo>
                      <a:pt x="4771" y="6738"/>
                    </a:lnTo>
                    <a:lnTo>
                      <a:pt x="5629" y="5022"/>
                    </a:lnTo>
                    <a:lnTo>
                      <a:pt x="9416" y="5022"/>
                    </a:lnTo>
                    <a:cubicBezTo>
                      <a:pt x="8788" y="5838"/>
                      <a:pt x="7805" y="6675"/>
                      <a:pt x="6570" y="7721"/>
                    </a:cubicBezTo>
                    <a:cubicBezTo>
                      <a:pt x="6215" y="8035"/>
                      <a:pt x="5838" y="8349"/>
                      <a:pt x="5441" y="8705"/>
                    </a:cubicBezTo>
                    <a:cubicBezTo>
                      <a:pt x="5043" y="8349"/>
                      <a:pt x="4666" y="8035"/>
                      <a:pt x="4290" y="7721"/>
                    </a:cubicBezTo>
                    <a:cubicBezTo>
                      <a:pt x="3076" y="6675"/>
                      <a:pt x="2093" y="5838"/>
                      <a:pt x="1465" y="5022"/>
                    </a:cubicBezTo>
                    <a:lnTo>
                      <a:pt x="3160" y="5022"/>
                    </a:lnTo>
                    <a:lnTo>
                      <a:pt x="3578" y="3746"/>
                    </a:lnTo>
                    <a:close/>
                    <a:moveTo>
                      <a:pt x="2909" y="0"/>
                    </a:moveTo>
                    <a:cubicBezTo>
                      <a:pt x="1360" y="21"/>
                      <a:pt x="147" y="1339"/>
                      <a:pt x="84" y="2909"/>
                    </a:cubicBezTo>
                    <a:cubicBezTo>
                      <a:pt x="0" y="4876"/>
                      <a:pt x="1549" y="6194"/>
                      <a:pt x="3892" y="8202"/>
                    </a:cubicBezTo>
                    <a:cubicBezTo>
                      <a:pt x="4332" y="8558"/>
                      <a:pt x="4771" y="8935"/>
                      <a:pt x="5231" y="9353"/>
                    </a:cubicBezTo>
                    <a:lnTo>
                      <a:pt x="5441" y="9542"/>
                    </a:lnTo>
                    <a:lnTo>
                      <a:pt x="5650" y="9353"/>
                    </a:lnTo>
                    <a:cubicBezTo>
                      <a:pt x="6110" y="8935"/>
                      <a:pt x="6550" y="8558"/>
                      <a:pt x="6989" y="8202"/>
                    </a:cubicBezTo>
                    <a:cubicBezTo>
                      <a:pt x="9332" y="6194"/>
                      <a:pt x="10902" y="4876"/>
                      <a:pt x="10797" y="2909"/>
                    </a:cubicBezTo>
                    <a:cubicBezTo>
                      <a:pt x="10713" y="1339"/>
                      <a:pt x="9521" y="21"/>
                      <a:pt x="7972" y="0"/>
                    </a:cubicBezTo>
                    <a:cubicBezTo>
                      <a:pt x="7073" y="0"/>
                      <a:pt x="6298" y="419"/>
                      <a:pt x="5734" y="1235"/>
                    </a:cubicBezTo>
                    <a:cubicBezTo>
                      <a:pt x="5608" y="1381"/>
                      <a:pt x="5524" y="1549"/>
                      <a:pt x="5441" y="1695"/>
                    </a:cubicBezTo>
                    <a:cubicBezTo>
                      <a:pt x="5357" y="1549"/>
                      <a:pt x="5273" y="1381"/>
                      <a:pt x="5148" y="1235"/>
                    </a:cubicBezTo>
                    <a:cubicBezTo>
                      <a:pt x="4583" y="419"/>
                      <a:pt x="3809" y="0"/>
                      <a:pt x="29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4"/>
          <p:cNvSpPr txBox="1">
            <a:spLocks noGrp="1"/>
          </p:cNvSpPr>
          <p:nvPr>
            <p:ph type="title" idx="6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Technology Architecture</a:t>
            </a:r>
            <a:endParaRPr sz="4700" u="none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817" name="Google Shape;817;p44"/>
          <p:cNvGrpSpPr/>
          <p:nvPr/>
        </p:nvGrpSpPr>
        <p:grpSpPr>
          <a:xfrm>
            <a:off x="1698609" y="3346382"/>
            <a:ext cx="6203945" cy="868800"/>
            <a:chOff x="1474250" y="2137350"/>
            <a:chExt cx="6203945" cy="868800"/>
          </a:xfrm>
        </p:grpSpPr>
        <p:sp>
          <p:nvSpPr>
            <p:cNvPr id="818" name="Google Shape;818;p44"/>
            <p:cNvSpPr/>
            <p:nvPr/>
          </p:nvSpPr>
          <p:spPr>
            <a:xfrm>
              <a:off x="1474250" y="2137350"/>
              <a:ext cx="868800" cy="868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819" name="Google Shape;819;p44"/>
            <p:cNvSpPr/>
            <p:nvPr/>
          </p:nvSpPr>
          <p:spPr>
            <a:xfrm>
              <a:off x="4141820" y="2137350"/>
              <a:ext cx="868800" cy="868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sp>
          <p:nvSpPr>
            <p:cNvPr id="820" name="Google Shape;820;p44"/>
            <p:cNvSpPr/>
            <p:nvPr/>
          </p:nvSpPr>
          <p:spPr>
            <a:xfrm>
              <a:off x="6809395" y="2137350"/>
              <a:ext cx="868800" cy="868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u="sng"/>
            </a:p>
          </p:txBody>
        </p:sp>
        <p:cxnSp>
          <p:nvCxnSpPr>
            <p:cNvPr id="821" name="Google Shape;821;p44"/>
            <p:cNvCxnSpPr>
              <a:stCxn id="818" idx="6"/>
              <a:endCxn id="819" idx="2"/>
            </p:cNvCxnSpPr>
            <p:nvPr/>
          </p:nvCxnSpPr>
          <p:spPr>
            <a:xfrm>
              <a:off x="2343050" y="2571750"/>
              <a:ext cx="1798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44"/>
            <p:cNvCxnSpPr/>
            <p:nvPr/>
          </p:nvCxnSpPr>
          <p:spPr>
            <a:xfrm>
              <a:off x="5002925" y="2571750"/>
              <a:ext cx="1798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598;p37"/>
          <p:cNvSpPr txBox="1"/>
          <p:nvPr/>
        </p:nvSpPr>
        <p:spPr>
          <a:xfrm>
            <a:off x="1463785" y="1152630"/>
            <a:ext cx="6608628" cy="16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4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None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Donor Mobile App → AI Engine → Cloud Database.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Hospital Dashboard → Backend API → Matching.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 err="1"/>
              <a:t>Gamification</a:t>
            </a:r>
            <a:r>
              <a:rPr lang="en-US" sz="2000" dirty="0"/>
              <a:t> engine for donor rewards.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Real-time alert system.</a:t>
            </a:r>
          </a:p>
        </p:txBody>
      </p:sp>
      <p:grpSp>
        <p:nvGrpSpPr>
          <p:cNvPr id="29" name="Google Shape;1357;p59"/>
          <p:cNvGrpSpPr/>
          <p:nvPr/>
        </p:nvGrpSpPr>
        <p:grpSpPr>
          <a:xfrm>
            <a:off x="4591457" y="3571213"/>
            <a:ext cx="432427" cy="388972"/>
            <a:chOff x="5446363" y="3385616"/>
            <a:chExt cx="432427" cy="388972"/>
          </a:xfrm>
        </p:grpSpPr>
        <p:sp>
          <p:nvSpPr>
            <p:cNvPr id="30" name="Google Shape;1358;p59"/>
            <p:cNvSpPr/>
            <p:nvPr/>
          </p:nvSpPr>
          <p:spPr>
            <a:xfrm>
              <a:off x="5446363" y="3453475"/>
              <a:ext cx="369000" cy="22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59;p59"/>
            <p:cNvSpPr/>
            <p:nvPr/>
          </p:nvSpPr>
          <p:spPr>
            <a:xfrm>
              <a:off x="5546121" y="3444790"/>
              <a:ext cx="88656" cy="132902"/>
            </a:xfrm>
            <a:custGeom>
              <a:avLst/>
              <a:gdLst/>
              <a:ahLst/>
              <a:cxnLst/>
              <a:rect l="l" t="t" r="r" b="b"/>
              <a:pathLst>
                <a:path w="1884" h="2825" extrusionOk="0">
                  <a:moveTo>
                    <a:pt x="942" y="0"/>
                  </a:moveTo>
                  <a:lnTo>
                    <a:pt x="126" y="1423"/>
                  </a:lnTo>
                  <a:cubicBezTo>
                    <a:pt x="42" y="1570"/>
                    <a:pt x="0" y="1716"/>
                    <a:pt x="0" y="1883"/>
                  </a:cubicBezTo>
                  <a:cubicBezTo>
                    <a:pt x="0" y="2407"/>
                    <a:pt x="440" y="2825"/>
                    <a:pt x="942" y="2825"/>
                  </a:cubicBezTo>
                  <a:cubicBezTo>
                    <a:pt x="1465" y="2825"/>
                    <a:pt x="1884" y="2407"/>
                    <a:pt x="1884" y="1883"/>
                  </a:cubicBezTo>
                  <a:cubicBezTo>
                    <a:pt x="1884" y="1716"/>
                    <a:pt x="1842" y="1570"/>
                    <a:pt x="1758" y="1423"/>
                  </a:cubicBezTo>
                  <a:lnTo>
                    <a:pt x="9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60;p59"/>
            <p:cNvSpPr/>
            <p:nvPr/>
          </p:nvSpPr>
          <p:spPr>
            <a:xfrm>
              <a:off x="5489055" y="3385616"/>
              <a:ext cx="389734" cy="388972"/>
            </a:xfrm>
            <a:custGeom>
              <a:avLst/>
              <a:gdLst/>
              <a:ahLst/>
              <a:cxnLst/>
              <a:rect l="l" t="t" r="r" b="b"/>
              <a:pathLst>
                <a:path w="10735" h="10714" extrusionOk="0">
                  <a:moveTo>
                    <a:pt x="10107" y="628"/>
                  </a:moveTo>
                  <a:lnTo>
                    <a:pt x="10107" y="6298"/>
                  </a:lnTo>
                  <a:lnTo>
                    <a:pt x="650" y="6298"/>
                  </a:lnTo>
                  <a:lnTo>
                    <a:pt x="650" y="628"/>
                  </a:lnTo>
                  <a:close/>
                  <a:moveTo>
                    <a:pt x="10107" y="6926"/>
                  </a:moveTo>
                  <a:lnTo>
                    <a:pt x="10107" y="8182"/>
                  </a:lnTo>
                  <a:lnTo>
                    <a:pt x="650" y="8182"/>
                  </a:lnTo>
                  <a:lnTo>
                    <a:pt x="650" y="6926"/>
                  </a:lnTo>
                  <a:lnTo>
                    <a:pt x="5065" y="6926"/>
                  </a:lnTo>
                  <a:lnTo>
                    <a:pt x="5065" y="7554"/>
                  </a:lnTo>
                  <a:lnTo>
                    <a:pt x="5692" y="7554"/>
                  </a:lnTo>
                  <a:lnTo>
                    <a:pt x="5692" y="6926"/>
                  </a:lnTo>
                  <a:close/>
                  <a:moveTo>
                    <a:pt x="5692" y="8809"/>
                  </a:moveTo>
                  <a:lnTo>
                    <a:pt x="5692" y="10086"/>
                  </a:lnTo>
                  <a:lnTo>
                    <a:pt x="5065" y="10086"/>
                  </a:lnTo>
                  <a:lnTo>
                    <a:pt x="5065" y="8809"/>
                  </a:lnTo>
                  <a:close/>
                  <a:moveTo>
                    <a:pt x="1" y="0"/>
                  </a:moveTo>
                  <a:lnTo>
                    <a:pt x="1" y="8809"/>
                  </a:lnTo>
                  <a:lnTo>
                    <a:pt x="4437" y="8809"/>
                  </a:lnTo>
                  <a:lnTo>
                    <a:pt x="4437" y="10086"/>
                  </a:lnTo>
                  <a:lnTo>
                    <a:pt x="2554" y="10086"/>
                  </a:lnTo>
                  <a:lnTo>
                    <a:pt x="2554" y="10713"/>
                  </a:lnTo>
                  <a:lnTo>
                    <a:pt x="8203" y="10713"/>
                  </a:lnTo>
                  <a:lnTo>
                    <a:pt x="8203" y="10086"/>
                  </a:lnTo>
                  <a:lnTo>
                    <a:pt x="6320" y="10086"/>
                  </a:lnTo>
                  <a:lnTo>
                    <a:pt x="6320" y="8809"/>
                  </a:lnTo>
                  <a:lnTo>
                    <a:pt x="10735" y="8809"/>
                  </a:lnTo>
                  <a:lnTo>
                    <a:pt x="10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61;p59"/>
            <p:cNvSpPr/>
            <p:nvPr/>
          </p:nvSpPr>
          <p:spPr>
            <a:xfrm>
              <a:off x="5536180" y="3420543"/>
              <a:ext cx="113961" cy="170960"/>
            </a:xfrm>
            <a:custGeom>
              <a:avLst/>
              <a:gdLst/>
              <a:ahLst/>
              <a:cxnLst/>
              <a:rect l="l" t="t" r="r" b="b"/>
              <a:pathLst>
                <a:path w="3139" h="4709" extrusionOk="0">
                  <a:moveTo>
                    <a:pt x="1570" y="1256"/>
                  </a:moveTo>
                  <a:lnTo>
                    <a:pt x="2386" y="2679"/>
                  </a:lnTo>
                  <a:cubicBezTo>
                    <a:pt x="2448" y="2805"/>
                    <a:pt x="2511" y="2972"/>
                    <a:pt x="2511" y="3139"/>
                  </a:cubicBezTo>
                  <a:cubicBezTo>
                    <a:pt x="2511" y="3663"/>
                    <a:pt x="2072" y="4081"/>
                    <a:pt x="1570" y="4081"/>
                  </a:cubicBezTo>
                  <a:cubicBezTo>
                    <a:pt x="1046" y="4081"/>
                    <a:pt x="628" y="3663"/>
                    <a:pt x="628" y="3139"/>
                  </a:cubicBezTo>
                  <a:cubicBezTo>
                    <a:pt x="628" y="2972"/>
                    <a:pt x="670" y="2805"/>
                    <a:pt x="754" y="2679"/>
                  </a:cubicBezTo>
                  <a:lnTo>
                    <a:pt x="1570" y="1256"/>
                  </a:lnTo>
                  <a:close/>
                  <a:moveTo>
                    <a:pt x="1570" y="1"/>
                  </a:moveTo>
                  <a:lnTo>
                    <a:pt x="209" y="2365"/>
                  </a:lnTo>
                  <a:cubicBezTo>
                    <a:pt x="63" y="2595"/>
                    <a:pt x="0" y="2867"/>
                    <a:pt x="0" y="3139"/>
                  </a:cubicBezTo>
                  <a:cubicBezTo>
                    <a:pt x="0" y="3997"/>
                    <a:pt x="691" y="4709"/>
                    <a:pt x="1570" y="4709"/>
                  </a:cubicBezTo>
                  <a:cubicBezTo>
                    <a:pt x="2427" y="4709"/>
                    <a:pt x="3139" y="4018"/>
                    <a:pt x="3139" y="3139"/>
                  </a:cubicBezTo>
                  <a:cubicBezTo>
                    <a:pt x="3139" y="2867"/>
                    <a:pt x="3055" y="2595"/>
                    <a:pt x="2930" y="2365"/>
                  </a:cubicBezTo>
                  <a:lnTo>
                    <a:pt x="1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62;p59"/>
            <p:cNvSpPr/>
            <p:nvPr/>
          </p:nvSpPr>
          <p:spPr>
            <a:xfrm>
              <a:off x="5672908" y="3431943"/>
              <a:ext cx="113961" cy="22836"/>
            </a:xfrm>
            <a:custGeom>
              <a:avLst/>
              <a:gdLst/>
              <a:ahLst/>
              <a:cxnLst/>
              <a:rect l="l" t="t" r="r" b="b"/>
              <a:pathLst>
                <a:path w="3139" h="629" extrusionOk="0">
                  <a:moveTo>
                    <a:pt x="1" y="1"/>
                  </a:moveTo>
                  <a:lnTo>
                    <a:pt x="1" y="629"/>
                  </a:lnTo>
                  <a:lnTo>
                    <a:pt x="3139" y="629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63;p59"/>
            <p:cNvSpPr/>
            <p:nvPr/>
          </p:nvSpPr>
          <p:spPr>
            <a:xfrm>
              <a:off x="5672908" y="3477543"/>
              <a:ext cx="159560" cy="22800"/>
            </a:xfrm>
            <a:custGeom>
              <a:avLst/>
              <a:gdLst/>
              <a:ahLst/>
              <a:cxnLst/>
              <a:rect l="l" t="t" r="r" b="b"/>
              <a:pathLst>
                <a:path w="4395" h="628" extrusionOk="0">
                  <a:moveTo>
                    <a:pt x="1" y="0"/>
                  </a:moveTo>
                  <a:lnTo>
                    <a:pt x="1" y="628"/>
                  </a:lnTo>
                  <a:lnTo>
                    <a:pt x="4394" y="628"/>
                  </a:lnTo>
                  <a:lnTo>
                    <a:pt x="43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64;p59"/>
            <p:cNvSpPr/>
            <p:nvPr/>
          </p:nvSpPr>
          <p:spPr>
            <a:xfrm>
              <a:off x="5672908" y="3523107"/>
              <a:ext cx="159560" cy="22836"/>
            </a:xfrm>
            <a:custGeom>
              <a:avLst/>
              <a:gdLst/>
              <a:ahLst/>
              <a:cxnLst/>
              <a:rect l="l" t="t" r="r" b="b"/>
              <a:pathLst>
                <a:path w="4395" h="629" extrusionOk="0">
                  <a:moveTo>
                    <a:pt x="1" y="1"/>
                  </a:moveTo>
                  <a:lnTo>
                    <a:pt x="1" y="628"/>
                  </a:lnTo>
                  <a:lnTo>
                    <a:pt x="4394" y="628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65;p59"/>
            <p:cNvSpPr/>
            <p:nvPr/>
          </p:nvSpPr>
          <p:spPr>
            <a:xfrm>
              <a:off x="5672908" y="3568708"/>
              <a:ext cx="159560" cy="22800"/>
            </a:xfrm>
            <a:custGeom>
              <a:avLst/>
              <a:gdLst/>
              <a:ahLst/>
              <a:cxnLst/>
              <a:rect l="l" t="t" r="r" b="b"/>
              <a:pathLst>
                <a:path w="4395" h="628" extrusionOk="0">
                  <a:moveTo>
                    <a:pt x="1" y="0"/>
                  </a:moveTo>
                  <a:lnTo>
                    <a:pt x="1" y="628"/>
                  </a:lnTo>
                  <a:lnTo>
                    <a:pt x="4394" y="628"/>
                  </a:lnTo>
                  <a:lnTo>
                    <a:pt x="43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1434;p59"/>
          <p:cNvGrpSpPr/>
          <p:nvPr/>
        </p:nvGrpSpPr>
        <p:grpSpPr>
          <a:xfrm>
            <a:off x="7268823" y="3544315"/>
            <a:ext cx="432530" cy="435328"/>
            <a:chOff x="1185367" y="1631781"/>
            <a:chExt cx="432530" cy="435328"/>
          </a:xfrm>
        </p:grpSpPr>
        <p:sp>
          <p:nvSpPr>
            <p:cNvPr id="39" name="Google Shape;1435;p59"/>
            <p:cNvSpPr/>
            <p:nvPr/>
          </p:nvSpPr>
          <p:spPr>
            <a:xfrm>
              <a:off x="1185367" y="1677774"/>
              <a:ext cx="389734" cy="389335"/>
            </a:xfrm>
            <a:custGeom>
              <a:avLst/>
              <a:gdLst/>
              <a:ahLst/>
              <a:cxnLst/>
              <a:rect l="l" t="t" r="r" b="b"/>
              <a:pathLst>
                <a:path w="10735" h="10724" extrusionOk="0">
                  <a:moveTo>
                    <a:pt x="2470" y="0"/>
                  </a:moveTo>
                  <a:cubicBezTo>
                    <a:pt x="2067" y="0"/>
                    <a:pt x="1664" y="157"/>
                    <a:pt x="1361" y="471"/>
                  </a:cubicBezTo>
                  <a:lnTo>
                    <a:pt x="482" y="1350"/>
                  </a:lnTo>
                  <a:cubicBezTo>
                    <a:pt x="168" y="1643"/>
                    <a:pt x="22" y="2040"/>
                    <a:pt x="22" y="2459"/>
                  </a:cubicBezTo>
                  <a:cubicBezTo>
                    <a:pt x="22" y="2877"/>
                    <a:pt x="168" y="3275"/>
                    <a:pt x="482" y="3568"/>
                  </a:cubicBezTo>
                  <a:lnTo>
                    <a:pt x="2261" y="5367"/>
                  </a:lnTo>
                  <a:lnTo>
                    <a:pt x="482" y="7167"/>
                  </a:lnTo>
                  <a:cubicBezTo>
                    <a:pt x="168" y="7460"/>
                    <a:pt x="1" y="7857"/>
                    <a:pt x="1" y="8276"/>
                  </a:cubicBezTo>
                  <a:cubicBezTo>
                    <a:pt x="1" y="8694"/>
                    <a:pt x="168" y="9092"/>
                    <a:pt x="461" y="9385"/>
                  </a:cubicBezTo>
                  <a:lnTo>
                    <a:pt x="1361" y="10263"/>
                  </a:lnTo>
                  <a:cubicBezTo>
                    <a:pt x="1675" y="10577"/>
                    <a:pt x="2072" y="10724"/>
                    <a:pt x="2470" y="10724"/>
                  </a:cubicBezTo>
                  <a:cubicBezTo>
                    <a:pt x="2867" y="10724"/>
                    <a:pt x="3265" y="10577"/>
                    <a:pt x="3579" y="10284"/>
                  </a:cubicBezTo>
                  <a:lnTo>
                    <a:pt x="5378" y="8485"/>
                  </a:lnTo>
                  <a:lnTo>
                    <a:pt x="7157" y="10263"/>
                  </a:lnTo>
                  <a:cubicBezTo>
                    <a:pt x="7471" y="10577"/>
                    <a:pt x="7868" y="10724"/>
                    <a:pt x="8287" y="10724"/>
                  </a:cubicBezTo>
                  <a:cubicBezTo>
                    <a:pt x="8684" y="10724"/>
                    <a:pt x="9082" y="10577"/>
                    <a:pt x="9396" y="10263"/>
                  </a:cubicBezTo>
                  <a:lnTo>
                    <a:pt x="10274" y="9385"/>
                  </a:lnTo>
                  <a:cubicBezTo>
                    <a:pt x="10567" y="9092"/>
                    <a:pt x="10735" y="8694"/>
                    <a:pt x="10735" y="8276"/>
                  </a:cubicBezTo>
                  <a:cubicBezTo>
                    <a:pt x="10735" y="7857"/>
                    <a:pt x="10567" y="7460"/>
                    <a:pt x="10274" y="7167"/>
                  </a:cubicBezTo>
                  <a:lnTo>
                    <a:pt x="8496" y="5367"/>
                  </a:lnTo>
                  <a:lnTo>
                    <a:pt x="10274" y="3568"/>
                  </a:lnTo>
                  <a:cubicBezTo>
                    <a:pt x="10567" y="3275"/>
                    <a:pt x="10735" y="2877"/>
                    <a:pt x="10735" y="2459"/>
                  </a:cubicBezTo>
                  <a:cubicBezTo>
                    <a:pt x="10735" y="2040"/>
                    <a:pt x="10567" y="1643"/>
                    <a:pt x="10274" y="1350"/>
                  </a:cubicBezTo>
                  <a:lnTo>
                    <a:pt x="9396" y="471"/>
                  </a:lnTo>
                  <a:cubicBezTo>
                    <a:pt x="9082" y="157"/>
                    <a:pt x="8679" y="0"/>
                    <a:pt x="8279" y="0"/>
                  </a:cubicBezTo>
                  <a:cubicBezTo>
                    <a:pt x="7879" y="0"/>
                    <a:pt x="7481" y="157"/>
                    <a:pt x="7178" y="471"/>
                  </a:cubicBezTo>
                  <a:lnTo>
                    <a:pt x="5378" y="2250"/>
                  </a:lnTo>
                  <a:lnTo>
                    <a:pt x="3579" y="471"/>
                  </a:lnTo>
                  <a:cubicBezTo>
                    <a:pt x="3275" y="157"/>
                    <a:pt x="2873" y="0"/>
                    <a:pt x="2470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36;p59"/>
            <p:cNvSpPr/>
            <p:nvPr/>
          </p:nvSpPr>
          <p:spPr>
            <a:xfrm rot="2700000">
              <a:off x="1357484" y="1753412"/>
              <a:ext cx="139583" cy="1395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37;p59"/>
            <p:cNvSpPr/>
            <p:nvPr/>
          </p:nvSpPr>
          <p:spPr>
            <a:xfrm>
              <a:off x="1228163" y="1631781"/>
              <a:ext cx="389734" cy="389516"/>
            </a:xfrm>
            <a:custGeom>
              <a:avLst/>
              <a:gdLst/>
              <a:ahLst/>
              <a:cxnLst/>
              <a:rect l="l" t="t" r="r" b="b"/>
              <a:pathLst>
                <a:path w="10735" h="10729" extrusionOk="0">
                  <a:moveTo>
                    <a:pt x="2469" y="623"/>
                  </a:moveTo>
                  <a:cubicBezTo>
                    <a:pt x="2700" y="623"/>
                    <a:pt x="2951" y="727"/>
                    <a:pt x="3139" y="895"/>
                  </a:cubicBezTo>
                  <a:lnTo>
                    <a:pt x="4917" y="2694"/>
                  </a:lnTo>
                  <a:lnTo>
                    <a:pt x="2700" y="4912"/>
                  </a:lnTo>
                  <a:lnTo>
                    <a:pt x="900" y="3133"/>
                  </a:lnTo>
                  <a:cubicBezTo>
                    <a:pt x="733" y="2945"/>
                    <a:pt x="628" y="2715"/>
                    <a:pt x="628" y="2464"/>
                  </a:cubicBezTo>
                  <a:cubicBezTo>
                    <a:pt x="628" y="2213"/>
                    <a:pt x="733" y="1962"/>
                    <a:pt x="900" y="1794"/>
                  </a:cubicBezTo>
                  <a:lnTo>
                    <a:pt x="1800" y="895"/>
                  </a:lnTo>
                  <a:cubicBezTo>
                    <a:pt x="1988" y="727"/>
                    <a:pt x="2218" y="623"/>
                    <a:pt x="2469" y="623"/>
                  </a:cubicBezTo>
                  <a:close/>
                  <a:moveTo>
                    <a:pt x="8265" y="633"/>
                  </a:moveTo>
                  <a:cubicBezTo>
                    <a:pt x="8506" y="633"/>
                    <a:pt x="8747" y="727"/>
                    <a:pt x="8935" y="915"/>
                  </a:cubicBezTo>
                  <a:lnTo>
                    <a:pt x="9835" y="1794"/>
                  </a:lnTo>
                  <a:cubicBezTo>
                    <a:pt x="10002" y="1983"/>
                    <a:pt x="10107" y="2213"/>
                    <a:pt x="10107" y="2464"/>
                  </a:cubicBezTo>
                  <a:cubicBezTo>
                    <a:pt x="10107" y="2715"/>
                    <a:pt x="10002" y="2966"/>
                    <a:pt x="9835" y="3133"/>
                  </a:cubicBezTo>
                  <a:lnTo>
                    <a:pt x="8035" y="4933"/>
                  </a:lnTo>
                  <a:lnTo>
                    <a:pt x="5796" y="2694"/>
                  </a:lnTo>
                  <a:lnTo>
                    <a:pt x="7596" y="915"/>
                  </a:lnTo>
                  <a:cubicBezTo>
                    <a:pt x="7784" y="727"/>
                    <a:pt x="8025" y="633"/>
                    <a:pt x="8265" y="633"/>
                  </a:cubicBezTo>
                  <a:close/>
                  <a:moveTo>
                    <a:pt x="5357" y="3133"/>
                  </a:moveTo>
                  <a:lnTo>
                    <a:pt x="7596" y="5372"/>
                  </a:lnTo>
                  <a:lnTo>
                    <a:pt x="5378" y="7590"/>
                  </a:lnTo>
                  <a:lnTo>
                    <a:pt x="3139" y="5351"/>
                  </a:lnTo>
                  <a:lnTo>
                    <a:pt x="5357" y="3133"/>
                  </a:lnTo>
                  <a:close/>
                  <a:moveTo>
                    <a:pt x="2700" y="5791"/>
                  </a:moveTo>
                  <a:lnTo>
                    <a:pt x="4938" y="8030"/>
                  </a:lnTo>
                  <a:lnTo>
                    <a:pt x="3139" y="9829"/>
                  </a:lnTo>
                  <a:cubicBezTo>
                    <a:pt x="2951" y="10007"/>
                    <a:pt x="2705" y="10096"/>
                    <a:pt x="2462" y="10096"/>
                  </a:cubicBezTo>
                  <a:cubicBezTo>
                    <a:pt x="2218" y="10096"/>
                    <a:pt x="1978" y="10007"/>
                    <a:pt x="1800" y="9829"/>
                  </a:cubicBezTo>
                  <a:lnTo>
                    <a:pt x="900" y="8929"/>
                  </a:lnTo>
                  <a:cubicBezTo>
                    <a:pt x="733" y="8762"/>
                    <a:pt x="628" y="8532"/>
                    <a:pt x="628" y="8260"/>
                  </a:cubicBezTo>
                  <a:cubicBezTo>
                    <a:pt x="628" y="8009"/>
                    <a:pt x="733" y="7778"/>
                    <a:pt x="900" y="7611"/>
                  </a:cubicBezTo>
                  <a:lnTo>
                    <a:pt x="2700" y="5791"/>
                  </a:lnTo>
                  <a:close/>
                  <a:moveTo>
                    <a:pt x="8035" y="5812"/>
                  </a:moveTo>
                  <a:lnTo>
                    <a:pt x="9814" y="7611"/>
                  </a:lnTo>
                  <a:cubicBezTo>
                    <a:pt x="10002" y="7778"/>
                    <a:pt x="10107" y="8030"/>
                    <a:pt x="10107" y="8281"/>
                  </a:cubicBezTo>
                  <a:cubicBezTo>
                    <a:pt x="10107" y="8511"/>
                    <a:pt x="10002" y="8762"/>
                    <a:pt x="9835" y="8929"/>
                  </a:cubicBezTo>
                  <a:lnTo>
                    <a:pt x="8935" y="9829"/>
                  </a:lnTo>
                  <a:cubicBezTo>
                    <a:pt x="8747" y="10007"/>
                    <a:pt x="8506" y="10096"/>
                    <a:pt x="8265" y="10096"/>
                  </a:cubicBezTo>
                  <a:cubicBezTo>
                    <a:pt x="8025" y="10096"/>
                    <a:pt x="7784" y="10007"/>
                    <a:pt x="7596" y="9829"/>
                  </a:cubicBezTo>
                  <a:lnTo>
                    <a:pt x="5817" y="8050"/>
                  </a:lnTo>
                  <a:lnTo>
                    <a:pt x="8035" y="5812"/>
                  </a:lnTo>
                  <a:close/>
                  <a:moveTo>
                    <a:pt x="2469" y="0"/>
                  </a:moveTo>
                  <a:cubicBezTo>
                    <a:pt x="2067" y="0"/>
                    <a:pt x="1664" y="152"/>
                    <a:pt x="1360" y="455"/>
                  </a:cubicBezTo>
                  <a:lnTo>
                    <a:pt x="461" y="1355"/>
                  </a:lnTo>
                  <a:cubicBezTo>
                    <a:pt x="168" y="1648"/>
                    <a:pt x="0" y="2045"/>
                    <a:pt x="0" y="2464"/>
                  </a:cubicBezTo>
                  <a:cubicBezTo>
                    <a:pt x="0" y="2882"/>
                    <a:pt x="168" y="3280"/>
                    <a:pt x="461" y="3573"/>
                  </a:cubicBezTo>
                  <a:lnTo>
                    <a:pt x="2239" y="5351"/>
                  </a:lnTo>
                  <a:lnTo>
                    <a:pt x="461" y="7151"/>
                  </a:lnTo>
                  <a:cubicBezTo>
                    <a:pt x="168" y="7444"/>
                    <a:pt x="0" y="7841"/>
                    <a:pt x="0" y="8260"/>
                  </a:cubicBezTo>
                  <a:cubicBezTo>
                    <a:pt x="0" y="8678"/>
                    <a:pt x="168" y="9076"/>
                    <a:pt x="461" y="9390"/>
                  </a:cubicBezTo>
                  <a:lnTo>
                    <a:pt x="1360" y="10268"/>
                  </a:lnTo>
                  <a:cubicBezTo>
                    <a:pt x="1653" y="10582"/>
                    <a:pt x="2072" y="10729"/>
                    <a:pt x="2469" y="10729"/>
                  </a:cubicBezTo>
                  <a:cubicBezTo>
                    <a:pt x="2867" y="10729"/>
                    <a:pt x="3265" y="10582"/>
                    <a:pt x="3578" y="10268"/>
                  </a:cubicBezTo>
                  <a:lnTo>
                    <a:pt x="5378" y="8490"/>
                  </a:lnTo>
                  <a:lnTo>
                    <a:pt x="7156" y="10268"/>
                  </a:lnTo>
                  <a:cubicBezTo>
                    <a:pt x="7470" y="10582"/>
                    <a:pt x="7868" y="10729"/>
                    <a:pt x="8265" y="10729"/>
                  </a:cubicBezTo>
                  <a:cubicBezTo>
                    <a:pt x="8684" y="10729"/>
                    <a:pt x="9081" y="10582"/>
                    <a:pt x="9374" y="10268"/>
                  </a:cubicBezTo>
                  <a:lnTo>
                    <a:pt x="10274" y="9390"/>
                  </a:lnTo>
                  <a:cubicBezTo>
                    <a:pt x="10567" y="9076"/>
                    <a:pt x="10734" y="8699"/>
                    <a:pt x="10734" y="8260"/>
                  </a:cubicBezTo>
                  <a:cubicBezTo>
                    <a:pt x="10734" y="7841"/>
                    <a:pt x="10567" y="7465"/>
                    <a:pt x="10274" y="7151"/>
                  </a:cubicBezTo>
                  <a:lnTo>
                    <a:pt x="8495" y="5372"/>
                  </a:lnTo>
                  <a:lnTo>
                    <a:pt x="10274" y="3573"/>
                  </a:lnTo>
                  <a:cubicBezTo>
                    <a:pt x="10567" y="3280"/>
                    <a:pt x="10734" y="2882"/>
                    <a:pt x="10734" y="2464"/>
                  </a:cubicBezTo>
                  <a:cubicBezTo>
                    <a:pt x="10734" y="2045"/>
                    <a:pt x="10567" y="1648"/>
                    <a:pt x="10274" y="1355"/>
                  </a:cubicBezTo>
                  <a:lnTo>
                    <a:pt x="9374" y="455"/>
                  </a:lnTo>
                  <a:cubicBezTo>
                    <a:pt x="9071" y="152"/>
                    <a:pt x="8668" y="0"/>
                    <a:pt x="8265" y="0"/>
                  </a:cubicBezTo>
                  <a:cubicBezTo>
                    <a:pt x="7862" y="0"/>
                    <a:pt x="7460" y="152"/>
                    <a:pt x="7156" y="455"/>
                  </a:cubicBezTo>
                  <a:lnTo>
                    <a:pt x="5357" y="2255"/>
                  </a:lnTo>
                  <a:lnTo>
                    <a:pt x="3578" y="455"/>
                  </a:lnTo>
                  <a:cubicBezTo>
                    <a:pt x="3275" y="152"/>
                    <a:pt x="2872" y="0"/>
                    <a:pt x="2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38;p59"/>
            <p:cNvSpPr/>
            <p:nvPr/>
          </p:nvSpPr>
          <p:spPr>
            <a:xfrm>
              <a:off x="1308690" y="1874668"/>
              <a:ext cx="32675" cy="33473"/>
            </a:xfrm>
            <a:custGeom>
              <a:avLst/>
              <a:gdLst/>
              <a:ahLst/>
              <a:cxnLst/>
              <a:rect l="l" t="t" r="r" b="b"/>
              <a:pathLst>
                <a:path w="900" h="922" extrusionOk="0">
                  <a:moveTo>
                    <a:pt x="440" y="0"/>
                  </a:moveTo>
                  <a:lnTo>
                    <a:pt x="0" y="440"/>
                  </a:lnTo>
                  <a:lnTo>
                    <a:pt x="461" y="921"/>
                  </a:lnTo>
                  <a:lnTo>
                    <a:pt x="900" y="482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39;p59"/>
            <p:cNvSpPr/>
            <p:nvPr/>
          </p:nvSpPr>
          <p:spPr>
            <a:xfrm>
              <a:off x="1341365" y="1908106"/>
              <a:ext cx="31912" cy="31150"/>
            </a:xfrm>
            <a:custGeom>
              <a:avLst/>
              <a:gdLst/>
              <a:ahLst/>
              <a:cxnLst/>
              <a:rect l="l" t="t" r="r" b="b"/>
              <a:pathLst>
                <a:path w="879" h="858" extrusionOk="0">
                  <a:moveTo>
                    <a:pt x="460" y="0"/>
                  </a:moveTo>
                  <a:lnTo>
                    <a:pt x="0" y="439"/>
                  </a:lnTo>
                  <a:lnTo>
                    <a:pt x="419" y="858"/>
                  </a:lnTo>
                  <a:lnTo>
                    <a:pt x="879" y="41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40;p59"/>
            <p:cNvSpPr/>
            <p:nvPr/>
          </p:nvSpPr>
          <p:spPr>
            <a:xfrm>
              <a:off x="1276014" y="1906581"/>
              <a:ext cx="33473" cy="33437"/>
            </a:xfrm>
            <a:custGeom>
              <a:avLst/>
              <a:gdLst/>
              <a:ahLst/>
              <a:cxnLst/>
              <a:rect l="l" t="t" r="r" b="b"/>
              <a:pathLst>
                <a:path w="922" h="921" extrusionOk="0">
                  <a:moveTo>
                    <a:pt x="440" y="0"/>
                  </a:moveTo>
                  <a:lnTo>
                    <a:pt x="1" y="461"/>
                  </a:lnTo>
                  <a:lnTo>
                    <a:pt x="482" y="921"/>
                  </a:lnTo>
                  <a:lnTo>
                    <a:pt x="921" y="481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41;p59"/>
            <p:cNvSpPr/>
            <p:nvPr/>
          </p:nvSpPr>
          <p:spPr>
            <a:xfrm>
              <a:off x="1309452" y="1939983"/>
              <a:ext cx="31186" cy="31186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440" y="1"/>
                  </a:moveTo>
                  <a:lnTo>
                    <a:pt x="0" y="440"/>
                  </a:lnTo>
                  <a:lnTo>
                    <a:pt x="419" y="859"/>
                  </a:lnTo>
                  <a:lnTo>
                    <a:pt x="858" y="41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42;p59"/>
            <p:cNvSpPr/>
            <p:nvPr/>
          </p:nvSpPr>
          <p:spPr>
            <a:xfrm>
              <a:off x="1503144" y="1680177"/>
              <a:ext cx="33473" cy="32711"/>
            </a:xfrm>
            <a:custGeom>
              <a:avLst/>
              <a:gdLst/>
              <a:ahLst/>
              <a:cxnLst/>
              <a:rect l="l" t="t" r="r" b="b"/>
              <a:pathLst>
                <a:path w="922" h="901" extrusionOk="0">
                  <a:moveTo>
                    <a:pt x="440" y="1"/>
                  </a:moveTo>
                  <a:lnTo>
                    <a:pt x="1" y="440"/>
                  </a:lnTo>
                  <a:lnTo>
                    <a:pt x="482" y="901"/>
                  </a:lnTo>
                  <a:lnTo>
                    <a:pt x="921" y="461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43;p59"/>
            <p:cNvSpPr/>
            <p:nvPr/>
          </p:nvSpPr>
          <p:spPr>
            <a:xfrm>
              <a:off x="1536582" y="1712852"/>
              <a:ext cx="31186" cy="31948"/>
            </a:xfrm>
            <a:custGeom>
              <a:avLst/>
              <a:gdLst/>
              <a:ahLst/>
              <a:cxnLst/>
              <a:rect l="l" t="t" r="r" b="b"/>
              <a:pathLst>
                <a:path w="859" h="880" extrusionOk="0">
                  <a:moveTo>
                    <a:pt x="440" y="1"/>
                  </a:moveTo>
                  <a:lnTo>
                    <a:pt x="0" y="461"/>
                  </a:lnTo>
                  <a:lnTo>
                    <a:pt x="419" y="879"/>
                  </a:lnTo>
                  <a:lnTo>
                    <a:pt x="858" y="41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44;p59"/>
            <p:cNvSpPr/>
            <p:nvPr/>
          </p:nvSpPr>
          <p:spPr>
            <a:xfrm>
              <a:off x="1471231" y="1712090"/>
              <a:ext cx="32711" cy="33473"/>
            </a:xfrm>
            <a:custGeom>
              <a:avLst/>
              <a:gdLst/>
              <a:ahLst/>
              <a:cxnLst/>
              <a:rect l="l" t="t" r="r" b="b"/>
              <a:pathLst>
                <a:path w="901" h="922" extrusionOk="0">
                  <a:moveTo>
                    <a:pt x="440" y="1"/>
                  </a:moveTo>
                  <a:lnTo>
                    <a:pt x="1" y="440"/>
                  </a:lnTo>
                  <a:lnTo>
                    <a:pt x="461" y="921"/>
                  </a:lnTo>
                  <a:lnTo>
                    <a:pt x="901" y="482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45;p59"/>
            <p:cNvSpPr/>
            <p:nvPr/>
          </p:nvSpPr>
          <p:spPr>
            <a:xfrm>
              <a:off x="1503907" y="1745528"/>
              <a:ext cx="31948" cy="31186"/>
            </a:xfrm>
            <a:custGeom>
              <a:avLst/>
              <a:gdLst/>
              <a:ahLst/>
              <a:cxnLst/>
              <a:rect l="l" t="t" r="r" b="b"/>
              <a:pathLst>
                <a:path w="880" h="859" extrusionOk="0">
                  <a:moveTo>
                    <a:pt x="461" y="0"/>
                  </a:moveTo>
                  <a:lnTo>
                    <a:pt x="1" y="440"/>
                  </a:lnTo>
                  <a:lnTo>
                    <a:pt x="419" y="858"/>
                  </a:lnTo>
                  <a:lnTo>
                    <a:pt x="879" y="419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46;p59"/>
            <p:cNvSpPr/>
            <p:nvPr/>
          </p:nvSpPr>
          <p:spPr>
            <a:xfrm>
              <a:off x="1503907" y="1874668"/>
              <a:ext cx="33473" cy="33473"/>
            </a:xfrm>
            <a:custGeom>
              <a:avLst/>
              <a:gdLst/>
              <a:ahLst/>
              <a:cxnLst/>
              <a:rect l="l" t="t" r="r" b="b"/>
              <a:pathLst>
                <a:path w="922" h="922" extrusionOk="0">
                  <a:moveTo>
                    <a:pt x="482" y="0"/>
                  </a:moveTo>
                  <a:lnTo>
                    <a:pt x="1" y="482"/>
                  </a:lnTo>
                  <a:lnTo>
                    <a:pt x="461" y="921"/>
                  </a:lnTo>
                  <a:lnTo>
                    <a:pt x="921" y="46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47;p59"/>
            <p:cNvSpPr/>
            <p:nvPr/>
          </p:nvSpPr>
          <p:spPr>
            <a:xfrm>
              <a:off x="1472756" y="1908106"/>
              <a:ext cx="31186" cy="3115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19" y="0"/>
                  </a:moveTo>
                  <a:lnTo>
                    <a:pt x="1" y="419"/>
                  </a:lnTo>
                  <a:lnTo>
                    <a:pt x="440" y="858"/>
                  </a:lnTo>
                  <a:lnTo>
                    <a:pt x="859" y="439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48;p59"/>
            <p:cNvSpPr/>
            <p:nvPr/>
          </p:nvSpPr>
          <p:spPr>
            <a:xfrm>
              <a:off x="1536582" y="1907344"/>
              <a:ext cx="32711" cy="32674"/>
            </a:xfrm>
            <a:custGeom>
              <a:avLst/>
              <a:gdLst/>
              <a:ahLst/>
              <a:cxnLst/>
              <a:rect l="l" t="t" r="r" b="b"/>
              <a:pathLst>
                <a:path w="901" h="900" extrusionOk="0">
                  <a:moveTo>
                    <a:pt x="461" y="0"/>
                  </a:moveTo>
                  <a:lnTo>
                    <a:pt x="0" y="460"/>
                  </a:lnTo>
                  <a:lnTo>
                    <a:pt x="440" y="900"/>
                  </a:lnTo>
                  <a:lnTo>
                    <a:pt x="900" y="440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49;p59"/>
            <p:cNvSpPr/>
            <p:nvPr/>
          </p:nvSpPr>
          <p:spPr>
            <a:xfrm>
              <a:off x="1504669" y="1939983"/>
              <a:ext cx="31948" cy="31948"/>
            </a:xfrm>
            <a:custGeom>
              <a:avLst/>
              <a:gdLst/>
              <a:ahLst/>
              <a:cxnLst/>
              <a:rect l="l" t="t" r="r" b="b"/>
              <a:pathLst>
                <a:path w="880" h="880" extrusionOk="0">
                  <a:moveTo>
                    <a:pt x="440" y="1"/>
                  </a:moveTo>
                  <a:lnTo>
                    <a:pt x="1" y="440"/>
                  </a:lnTo>
                  <a:lnTo>
                    <a:pt x="461" y="880"/>
                  </a:lnTo>
                  <a:lnTo>
                    <a:pt x="879" y="461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50;p59"/>
            <p:cNvSpPr/>
            <p:nvPr/>
          </p:nvSpPr>
          <p:spPr>
            <a:xfrm>
              <a:off x="1309452" y="1680177"/>
              <a:ext cx="32675" cy="32711"/>
            </a:xfrm>
            <a:custGeom>
              <a:avLst/>
              <a:gdLst/>
              <a:ahLst/>
              <a:cxnLst/>
              <a:rect l="l" t="t" r="r" b="b"/>
              <a:pathLst>
                <a:path w="900" h="901" extrusionOk="0">
                  <a:moveTo>
                    <a:pt x="461" y="1"/>
                  </a:moveTo>
                  <a:lnTo>
                    <a:pt x="0" y="461"/>
                  </a:lnTo>
                  <a:lnTo>
                    <a:pt x="440" y="901"/>
                  </a:lnTo>
                  <a:lnTo>
                    <a:pt x="900" y="440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51;p59"/>
            <p:cNvSpPr/>
            <p:nvPr/>
          </p:nvSpPr>
          <p:spPr>
            <a:xfrm>
              <a:off x="1277539" y="1712852"/>
              <a:ext cx="31948" cy="31948"/>
            </a:xfrm>
            <a:custGeom>
              <a:avLst/>
              <a:gdLst/>
              <a:ahLst/>
              <a:cxnLst/>
              <a:rect l="l" t="t" r="r" b="b"/>
              <a:pathLst>
                <a:path w="880" h="880" extrusionOk="0">
                  <a:moveTo>
                    <a:pt x="440" y="1"/>
                  </a:moveTo>
                  <a:lnTo>
                    <a:pt x="0" y="440"/>
                  </a:lnTo>
                  <a:lnTo>
                    <a:pt x="461" y="879"/>
                  </a:lnTo>
                  <a:lnTo>
                    <a:pt x="879" y="461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52;p59"/>
            <p:cNvSpPr/>
            <p:nvPr/>
          </p:nvSpPr>
          <p:spPr>
            <a:xfrm>
              <a:off x="1341365" y="1712852"/>
              <a:ext cx="33437" cy="32711"/>
            </a:xfrm>
            <a:custGeom>
              <a:avLst/>
              <a:gdLst/>
              <a:ahLst/>
              <a:cxnLst/>
              <a:rect l="l" t="t" r="r" b="b"/>
              <a:pathLst>
                <a:path w="921" h="901" extrusionOk="0">
                  <a:moveTo>
                    <a:pt x="481" y="1"/>
                  </a:moveTo>
                  <a:lnTo>
                    <a:pt x="0" y="461"/>
                  </a:lnTo>
                  <a:lnTo>
                    <a:pt x="460" y="900"/>
                  </a:lnTo>
                  <a:lnTo>
                    <a:pt x="921" y="440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53;p59"/>
            <p:cNvSpPr/>
            <p:nvPr/>
          </p:nvSpPr>
          <p:spPr>
            <a:xfrm>
              <a:off x="1310215" y="1745528"/>
              <a:ext cx="31150" cy="31186"/>
            </a:xfrm>
            <a:custGeom>
              <a:avLst/>
              <a:gdLst/>
              <a:ahLst/>
              <a:cxnLst/>
              <a:rect l="l" t="t" r="r" b="b"/>
              <a:pathLst>
                <a:path w="858" h="859" extrusionOk="0">
                  <a:moveTo>
                    <a:pt x="419" y="0"/>
                  </a:moveTo>
                  <a:lnTo>
                    <a:pt x="0" y="419"/>
                  </a:lnTo>
                  <a:lnTo>
                    <a:pt x="440" y="858"/>
                  </a:lnTo>
                  <a:lnTo>
                    <a:pt x="858" y="440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476;p59"/>
          <p:cNvGrpSpPr/>
          <p:nvPr/>
        </p:nvGrpSpPr>
        <p:grpSpPr>
          <a:xfrm>
            <a:off x="1913064" y="3570874"/>
            <a:ext cx="432530" cy="435546"/>
            <a:chOff x="7549746" y="2197502"/>
            <a:chExt cx="432530" cy="435546"/>
          </a:xfrm>
        </p:grpSpPr>
        <p:sp>
          <p:nvSpPr>
            <p:cNvPr id="60" name="Google Shape;1477;p59"/>
            <p:cNvSpPr/>
            <p:nvPr/>
          </p:nvSpPr>
          <p:spPr>
            <a:xfrm>
              <a:off x="7549746" y="2244076"/>
              <a:ext cx="389734" cy="388972"/>
            </a:xfrm>
            <a:custGeom>
              <a:avLst/>
              <a:gdLst/>
              <a:ahLst/>
              <a:cxnLst/>
              <a:rect l="l" t="t" r="r" b="b"/>
              <a:pathLst>
                <a:path w="10735" h="10714" extrusionOk="0">
                  <a:moveTo>
                    <a:pt x="942" y="1"/>
                  </a:moveTo>
                  <a:cubicBezTo>
                    <a:pt x="440" y="1"/>
                    <a:pt x="1" y="419"/>
                    <a:pt x="1" y="942"/>
                  </a:cubicBezTo>
                  <a:lnTo>
                    <a:pt x="1" y="2846"/>
                  </a:lnTo>
                  <a:cubicBezTo>
                    <a:pt x="1" y="3244"/>
                    <a:pt x="273" y="3600"/>
                    <a:pt x="628" y="3725"/>
                  </a:cubicBezTo>
                  <a:lnTo>
                    <a:pt x="628" y="5734"/>
                  </a:lnTo>
                  <a:cubicBezTo>
                    <a:pt x="273" y="5859"/>
                    <a:pt x="1" y="6194"/>
                    <a:pt x="1" y="6613"/>
                  </a:cubicBezTo>
                  <a:lnTo>
                    <a:pt x="1" y="9772"/>
                  </a:lnTo>
                  <a:cubicBezTo>
                    <a:pt x="1" y="10295"/>
                    <a:pt x="440" y="10714"/>
                    <a:pt x="942" y="10714"/>
                  </a:cubicBezTo>
                  <a:lnTo>
                    <a:pt x="2867" y="10714"/>
                  </a:lnTo>
                  <a:cubicBezTo>
                    <a:pt x="3265" y="10714"/>
                    <a:pt x="3620" y="10463"/>
                    <a:pt x="3746" y="10086"/>
                  </a:cubicBezTo>
                  <a:lnTo>
                    <a:pt x="5734" y="10086"/>
                  </a:lnTo>
                  <a:cubicBezTo>
                    <a:pt x="5880" y="10463"/>
                    <a:pt x="6215" y="10714"/>
                    <a:pt x="6633" y="10714"/>
                  </a:cubicBezTo>
                  <a:lnTo>
                    <a:pt x="9793" y="10714"/>
                  </a:lnTo>
                  <a:cubicBezTo>
                    <a:pt x="10316" y="10714"/>
                    <a:pt x="10734" y="10295"/>
                    <a:pt x="10734" y="9772"/>
                  </a:cubicBezTo>
                  <a:lnTo>
                    <a:pt x="10734" y="7868"/>
                  </a:lnTo>
                  <a:cubicBezTo>
                    <a:pt x="10734" y="7450"/>
                    <a:pt x="10462" y="7115"/>
                    <a:pt x="10107" y="6968"/>
                  </a:cubicBezTo>
                  <a:lnTo>
                    <a:pt x="10107" y="4981"/>
                  </a:lnTo>
                  <a:cubicBezTo>
                    <a:pt x="10462" y="4855"/>
                    <a:pt x="10734" y="4499"/>
                    <a:pt x="10734" y="4102"/>
                  </a:cubicBezTo>
                  <a:lnTo>
                    <a:pt x="10734" y="942"/>
                  </a:lnTo>
                  <a:cubicBezTo>
                    <a:pt x="10734" y="419"/>
                    <a:pt x="10316" y="1"/>
                    <a:pt x="9793" y="1"/>
                  </a:cubicBezTo>
                  <a:lnTo>
                    <a:pt x="7889" y="1"/>
                  </a:lnTo>
                  <a:cubicBezTo>
                    <a:pt x="7470" y="1"/>
                    <a:pt x="7136" y="252"/>
                    <a:pt x="6989" y="629"/>
                  </a:cubicBezTo>
                  <a:lnTo>
                    <a:pt x="5001" y="629"/>
                  </a:lnTo>
                  <a:cubicBezTo>
                    <a:pt x="4876" y="252"/>
                    <a:pt x="4520" y="1"/>
                    <a:pt x="4123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78;p59"/>
            <p:cNvSpPr/>
            <p:nvPr/>
          </p:nvSpPr>
          <p:spPr>
            <a:xfrm>
              <a:off x="7823862" y="2221059"/>
              <a:ext cx="136008" cy="228701"/>
            </a:xfrm>
            <a:custGeom>
              <a:avLst/>
              <a:gdLst/>
              <a:ahLst/>
              <a:cxnLst/>
              <a:rect l="l" t="t" r="r" b="b"/>
              <a:pathLst>
                <a:path w="3746" h="6299" extrusionOk="0">
                  <a:moveTo>
                    <a:pt x="1527" y="1"/>
                  </a:moveTo>
                  <a:cubicBezTo>
                    <a:pt x="1339" y="1"/>
                    <a:pt x="1214" y="126"/>
                    <a:pt x="1214" y="315"/>
                  </a:cubicBezTo>
                  <a:lnTo>
                    <a:pt x="1214" y="3160"/>
                  </a:lnTo>
                  <a:lnTo>
                    <a:pt x="0" y="3160"/>
                  </a:lnTo>
                  <a:cubicBezTo>
                    <a:pt x="126" y="3516"/>
                    <a:pt x="481" y="3788"/>
                    <a:pt x="900" y="3788"/>
                  </a:cubicBezTo>
                  <a:lnTo>
                    <a:pt x="1214" y="3788"/>
                  </a:lnTo>
                  <a:lnTo>
                    <a:pt x="1214" y="6299"/>
                  </a:lnTo>
                  <a:lnTo>
                    <a:pt x="3118" y="6299"/>
                  </a:lnTo>
                  <a:lnTo>
                    <a:pt x="3118" y="3788"/>
                  </a:lnTo>
                  <a:lnTo>
                    <a:pt x="3432" y="3788"/>
                  </a:lnTo>
                  <a:cubicBezTo>
                    <a:pt x="3599" y="3788"/>
                    <a:pt x="3745" y="3641"/>
                    <a:pt x="3745" y="3474"/>
                  </a:cubicBezTo>
                  <a:lnTo>
                    <a:pt x="3745" y="315"/>
                  </a:lnTo>
                  <a:cubicBezTo>
                    <a:pt x="3745" y="126"/>
                    <a:pt x="3599" y="1"/>
                    <a:pt x="3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79;p59"/>
            <p:cNvSpPr/>
            <p:nvPr/>
          </p:nvSpPr>
          <p:spPr>
            <a:xfrm>
              <a:off x="7615674" y="2221059"/>
              <a:ext cx="228701" cy="135282"/>
            </a:xfrm>
            <a:custGeom>
              <a:avLst/>
              <a:gdLst/>
              <a:ahLst/>
              <a:cxnLst/>
              <a:rect l="l" t="t" r="r" b="b"/>
              <a:pathLst>
                <a:path w="6299" h="3726" extrusionOk="0">
                  <a:moveTo>
                    <a:pt x="315" y="1"/>
                  </a:moveTo>
                  <a:cubicBezTo>
                    <a:pt x="147" y="1"/>
                    <a:pt x="1" y="147"/>
                    <a:pt x="1" y="315"/>
                  </a:cubicBezTo>
                  <a:lnTo>
                    <a:pt x="1" y="2219"/>
                  </a:lnTo>
                  <a:cubicBezTo>
                    <a:pt x="1" y="2386"/>
                    <a:pt x="147" y="2532"/>
                    <a:pt x="315" y="2532"/>
                  </a:cubicBezTo>
                  <a:lnTo>
                    <a:pt x="3160" y="2532"/>
                  </a:lnTo>
                  <a:lnTo>
                    <a:pt x="3160" y="3725"/>
                  </a:lnTo>
                  <a:cubicBezTo>
                    <a:pt x="3537" y="3600"/>
                    <a:pt x="3788" y="3265"/>
                    <a:pt x="3788" y="2846"/>
                  </a:cubicBezTo>
                  <a:lnTo>
                    <a:pt x="3788" y="2532"/>
                  </a:lnTo>
                  <a:lnTo>
                    <a:pt x="6299" y="2532"/>
                  </a:lnTo>
                  <a:lnTo>
                    <a:pt x="6299" y="628"/>
                  </a:lnTo>
                  <a:lnTo>
                    <a:pt x="3788" y="628"/>
                  </a:lnTo>
                  <a:lnTo>
                    <a:pt x="3788" y="315"/>
                  </a:lnTo>
                  <a:cubicBezTo>
                    <a:pt x="3788" y="147"/>
                    <a:pt x="3663" y="1"/>
                    <a:pt x="3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80;p59"/>
            <p:cNvSpPr/>
            <p:nvPr/>
          </p:nvSpPr>
          <p:spPr>
            <a:xfrm>
              <a:off x="7726070" y="2329950"/>
              <a:ext cx="123975" cy="123975"/>
            </a:xfrm>
            <a:custGeom>
              <a:avLst/>
              <a:gdLst/>
              <a:ahLst/>
              <a:cxnLst/>
              <a:rect l="l" t="t" r="r" b="b"/>
              <a:pathLst>
                <a:path w="3139" h="3139" extrusionOk="0">
                  <a:moveTo>
                    <a:pt x="1235" y="0"/>
                  </a:moveTo>
                  <a:cubicBezTo>
                    <a:pt x="1109" y="607"/>
                    <a:pt x="628" y="1088"/>
                    <a:pt x="0" y="1214"/>
                  </a:cubicBezTo>
                  <a:lnTo>
                    <a:pt x="0" y="1904"/>
                  </a:lnTo>
                  <a:cubicBezTo>
                    <a:pt x="628" y="2030"/>
                    <a:pt x="1109" y="2532"/>
                    <a:pt x="1235" y="3139"/>
                  </a:cubicBezTo>
                  <a:lnTo>
                    <a:pt x="1925" y="3139"/>
                  </a:lnTo>
                  <a:cubicBezTo>
                    <a:pt x="2051" y="2532"/>
                    <a:pt x="2532" y="2030"/>
                    <a:pt x="3139" y="1904"/>
                  </a:cubicBezTo>
                  <a:lnTo>
                    <a:pt x="3139" y="1214"/>
                  </a:lnTo>
                  <a:cubicBezTo>
                    <a:pt x="2532" y="1088"/>
                    <a:pt x="2051" y="607"/>
                    <a:pt x="1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481;p59"/>
            <p:cNvSpPr/>
            <p:nvPr/>
          </p:nvSpPr>
          <p:spPr>
            <a:xfrm>
              <a:off x="7592542" y="2197502"/>
              <a:ext cx="389734" cy="389734"/>
            </a:xfrm>
            <a:custGeom>
              <a:avLst/>
              <a:gdLst/>
              <a:ahLst/>
              <a:cxnLst/>
              <a:rect l="l" t="t" r="r" b="b"/>
              <a:pathLst>
                <a:path w="10735" h="10735" extrusionOk="0">
                  <a:moveTo>
                    <a:pt x="4101" y="629"/>
                  </a:moveTo>
                  <a:cubicBezTo>
                    <a:pt x="4290" y="629"/>
                    <a:pt x="4415" y="775"/>
                    <a:pt x="4415" y="942"/>
                  </a:cubicBezTo>
                  <a:lnTo>
                    <a:pt x="4415" y="1256"/>
                  </a:lnTo>
                  <a:lnTo>
                    <a:pt x="6926" y="1256"/>
                  </a:lnTo>
                  <a:lnTo>
                    <a:pt x="6926" y="3160"/>
                  </a:lnTo>
                  <a:lnTo>
                    <a:pt x="4415" y="3160"/>
                  </a:lnTo>
                  <a:lnTo>
                    <a:pt x="4415" y="3474"/>
                  </a:lnTo>
                  <a:cubicBezTo>
                    <a:pt x="4415" y="3893"/>
                    <a:pt x="4164" y="4248"/>
                    <a:pt x="3787" y="4374"/>
                  </a:cubicBezTo>
                  <a:lnTo>
                    <a:pt x="3787" y="3160"/>
                  </a:lnTo>
                  <a:lnTo>
                    <a:pt x="942" y="3160"/>
                  </a:lnTo>
                  <a:cubicBezTo>
                    <a:pt x="774" y="3160"/>
                    <a:pt x="628" y="3035"/>
                    <a:pt x="628" y="2847"/>
                  </a:cubicBezTo>
                  <a:lnTo>
                    <a:pt x="628" y="942"/>
                  </a:lnTo>
                  <a:cubicBezTo>
                    <a:pt x="628" y="775"/>
                    <a:pt x="774" y="629"/>
                    <a:pt x="942" y="629"/>
                  </a:cubicBezTo>
                  <a:close/>
                  <a:moveTo>
                    <a:pt x="5712" y="3788"/>
                  </a:moveTo>
                  <a:cubicBezTo>
                    <a:pt x="5838" y="4416"/>
                    <a:pt x="6319" y="4897"/>
                    <a:pt x="6926" y="5023"/>
                  </a:cubicBezTo>
                  <a:lnTo>
                    <a:pt x="6926" y="5713"/>
                  </a:lnTo>
                  <a:cubicBezTo>
                    <a:pt x="6319" y="5839"/>
                    <a:pt x="5838" y="6320"/>
                    <a:pt x="5712" y="6948"/>
                  </a:cubicBezTo>
                  <a:lnTo>
                    <a:pt x="5022" y="6948"/>
                  </a:lnTo>
                  <a:cubicBezTo>
                    <a:pt x="4896" y="6320"/>
                    <a:pt x="4415" y="5839"/>
                    <a:pt x="3787" y="5713"/>
                  </a:cubicBezTo>
                  <a:lnTo>
                    <a:pt x="3787" y="5023"/>
                  </a:lnTo>
                  <a:cubicBezTo>
                    <a:pt x="4415" y="4897"/>
                    <a:pt x="4896" y="4416"/>
                    <a:pt x="5022" y="3788"/>
                  </a:cubicBezTo>
                  <a:close/>
                  <a:moveTo>
                    <a:pt x="9793" y="629"/>
                  </a:moveTo>
                  <a:cubicBezTo>
                    <a:pt x="9960" y="629"/>
                    <a:pt x="10106" y="775"/>
                    <a:pt x="10106" y="942"/>
                  </a:cubicBezTo>
                  <a:lnTo>
                    <a:pt x="10106" y="4102"/>
                  </a:lnTo>
                  <a:cubicBezTo>
                    <a:pt x="10106" y="4290"/>
                    <a:pt x="9960" y="4416"/>
                    <a:pt x="9793" y="4416"/>
                  </a:cubicBezTo>
                  <a:lnTo>
                    <a:pt x="9479" y="4416"/>
                  </a:lnTo>
                  <a:lnTo>
                    <a:pt x="9479" y="6948"/>
                  </a:lnTo>
                  <a:lnTo>
                    <a:pt x="7575" y="6948"/>
                  </a:lnTo>
                  <a:lnTo>
                    <a:pt x="7575" y="4416"/>
                  </a:lnTo>
                  <a:lnTo>
                    <a:pt x="7261" y="4416"/>
                  </a:lnTo>
                  <a:cubicBezTo>
                    <a:pt x="6842" y="4416"/>
                    <a:pt x="6487" y="4165"/>
                    <a:pt x="6361" y="3788"/>
                  </a:cubicBezTo>
                  <a:lnTo>
                    <a:pt x="7575" y="3788"/>
                  </a:lnTo>
                  <a:lnTo>
                    <a:pt x="7575" y="942"/>
                  </a:lnTo>
                  <a:cubicBezTo>
                    <a:pt x="7575" y="775"/>
                    <a:pt x="7700" y="629"/>
                    <a:pt x="7868" y="629"/>
                  </a:cubicBezTo>
                  <a:close/>
                  <a:moveTo>
                    <a:pt x="3160" y="3809"/>
                  </a:moveTo>
                  <a:lnTo>
                    <a:pt x="3160" y="6320"/>
                  </a:lnTo>
                  <a:lnTo>
                    <a:pt x="3474" y="6320"/>
                  </a:lnTo>
                  <a:cubicBezTo>
                    <a:pt x="3892" y="6320"/>
                    <a:pt x="4227" y="6571"/>
                    <a:pt x="4373" y="6948"/>
                  </a:cubicBezTo>
                  <a:lnTo>
                    <a:pt x="3160" y="6948"/>
                  </a:lnTo>
                  <a:lnTo>
                    <a:pt x="3160" y="9793"/>
                  </a:lnTo>
                  <a:cubicBezTo>
                    <a:pt x="3160" y="9961"/>
                    <a:pt x="3034" y="10107"/>
                    <a:pt x="2846" y="10107"/>
                  </a:cubicBezTo>
                  <a:lnTo>
                    <a:pt x="942" y="10107"/>
                  </a:lnTo>
                  <a:cubicBezTo>
                    <a:pt x="774" y="10107"/>
                    <a:pt x="628" y="9961"/>
                    <a:pt x="628" y="9793"/>
                  </a:cubicBezTo>
                  <a:lnTo>
                    <a:pt x="628" y="6634"/>
                  </a:lnTo>
                  <a:cubicBezTo>
                    <a:pt x="628" y="6445"/>
                    <a:pt x="774" y="6320"/>
                    <a:pt x="942" y="6320"/>
                  </a:cubicBezTo>
                  <a:lnTo>
                    <a:pt x="1256" y="6320"/>
                  </a:lnTo>
                  <a:lnTo>
                    <a:pt x="1256" y="3809"/>
                  </a:lnTo>
                  <a:close/>
                  <a:moveTo>
                    <a:pt x="6947" y="6362"/>
                  </a:moveTo>
                  <a:lnTo>
                    <a:pt x="6947" y="7575"/>
                  </a:lnTo>
                  <a:lnTo>
                    <a:pt x="9793" y="7575"/>
                  </a:lnTo>
                  <a:cubicBezTo>
                    <a:pt x="9960" y="7575"/>
                    <a:pt x="10106" y="7701"/>
                    <a:pt x="10106" y="7889"/>
                  </a:cubicBezTo>
                  <a:lnTo>
                    <a:pt x="10106" y="9793"/>
                  </a:lnTo>
                  <a:cubicBezTo>
                    <a:pt x="10106" y="9961"/>
                    <a:pt x="9960" y="10107"/>
                    <a:pt x="9793" y="10107"/>
                  </a:cubicBezTo>
                  <a:lnTo>
                    <a:pt x="6633" y="10107"/>
                  </a:lnTo>
                  <a:cubicBezTo>
                    <a:pt x="6445" y="10107"/>
                    <a:pt x="6319" y="9961"/>
                    <a:pt x="6319" y="9793"/>
                  </a:cubicBezTo>
                  <a:lnTo>
                    <a:pt x="6319" y="9479"/>
                  </a:lnTo>
                  <a:lnTo>
                    <a:pt x="3787" y="9479"/>
                  </a:lnTo>
                  <a:lnTo>
                    <a:pt x="3787" y="7575"/>
                  </a:lnTo>
                  <a:lnTo>
                    <a:pt x="6319" y="7575"/>
                  </a:lnTo>
                  <a:lnTo>
                    <a:pt x="6319" y="7261"/>
                  </a:lnTo>
                  <a:cubicBezTo>
                    <a:pt x="6319" y="6843"/>
                    <a:pt x="6570" y="6487"/>
                    <a:pt x="6947" y="6362"/>
                  </a:cubicBezTo>
                  <a:close/>
                  <a:moveTo>
                    <a:pt x="942" y="1"/>
                  </a:moveTo>
                  <a:cubicBezTo>
                    <a:pt x="419" y="1"/>
                    <a:pt x="0" y="440"/>
                    <a:pt x="0" y="942"/>
                  </a:cubicBezTo>
                  <a:lnTo>
                    <a:pt x="0" y="2847"/>
                  </a:lnTo>
                  <a:cubicBezTo>
                    <a:pt x="0" y="3265"/>
                    <a:pt x="272" y="3621"/>
                    <a:pt x="628" y="3746"/>
                  </a:cubicBezTo>
                  <a:lnTo>
                    <a:pt x="628" y="5734"/>
                  </a:lnTo>
                  <a:cubicBezTo>
                    <a:pt x="272" y="5860"/>
                    <a:pt x="0" y="6215"/>
                    <a:pt x="0" y="6634"/>
                  </a:cubicBezTo>
                  <a:lnTo>
                    <a:pt x="0" y="9793"/>
                  </a:lnTo>
                  <a:cubicBezTo>
                    <a:pt x="0" y="10316"/>
                    <a:pt x="419" y="10735"/>
                    <a:pt x="942" y="10735"/>
                  </a:cubicBezTo>
                  <a:lnTo>
                    <a:pt x="2846" y="10735"/>
                  </a:lnTo>
                  <a:cubicBezTo>
                    <a:pt x="3264" y="10735"/>
                    <a:pt x="3620" y="10463"/>
                    <a:pt x="3746" y="10107"/>
                  </a:cubicBezTo>
                  <a:lnTo>
                    <a:pt x="5733" y="10107"/>
                  </a:lnTo>
                  <a:cubicBezTo>
                    <a:pt x="5859" y="10463"/>
                    <a:pt x="6215" y="10735"/>
                    <a:pt x="6633" y="10735"/>
                  </a:cubicBezTo>
                  <a:lnTo>
                    <a:pt x="9793" y="10735"/>
                  </a:lnTo>
                  <a:cubicBezTo>
                    <a:pt x="10316" y="10735"/>
                    <a:pt x="10734" y="10316"/>
                    <a:pt x="10734" y="9793"/>
                  </a:cubicBezTo>
                  <a:lnTo>
                    <a:pt x="10734" y="7889"/>
                  </a:lnTo>
                  <a:cubicBezTo>
                    <a:pt x="10734" y="7471"/>
                    <a:pt x="10462" y="7115"/>
                    <a:pt x="10106" y="6989"/>
                  </a:cubicBezTo>
                  <a:lnTo>
                    <a:pt x="10106" y="5002"/>
                  </a:lnTo>
                  <a:cubicBezTo>
                    <a:pt x="10462" y="4876"/>
                    <a:pt x="10734" y="4520"/>
                    <a:pt x="10734" y="4102"/>
                  </a:cubicBezTo>
                  <a:lnTo>
                    <a:pt x="10734" y="942"/>
                  </a:lnTo>
                  <a:cubicBezTo>
                    <a:pt x="10734" y="419"/>
                    <a:pt x="10295" y="1"/>
                    <a:pt x="9793" y="1"/>
                  </a:cubicBezTo>
                  <a:lnTo>
                    <a:pt x="7888" y="1"/>
                  </a:lnTo>
                  <a:cubicBezTo>
                    <a:pt x="7470" y="1"/>
                    <a:pt x="7114" y="273"/>
                    <a:pt x="6989" y="629"/>
                  </a:cubicBezTo>
                  <a:lnTo>
                    <a:pt x="5001" y="629"/>
                  </a:lnTo>
                  <a:cubicBezTo>
                    <a:pt x="4875" y="273"/>
                    <a:pt x="4520" y="1"/>
                    <a:pt x="4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" y="823595"/>
            <a:ext cx="8759190" cy="431990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84810" y="-73660"/>
            <a:ext cx="8759190" cy="814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700" b="1" dirty="0" err="1">
                <a:solidFill>
                  <a:schemeClr val="tx2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Hospital Web Portal</a:t>
            </a:r>
            <a:endParaRPr lang="en-US" sz="4700" b="1" dirty="0">
              <a:solidFill>
                <a:schemeClr val="tx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6"/>
          </p:nvPr>
        </p:nvSpPr>
        <p:spPr>
          <a:xfrm>
            <a:off x="430530" y="57785"/>
            <a:ext cx="7976870" cy="756285"/>
          </a:xfrm>
        </p:spPr>
        <p:txBody>
          <a:bodyPr/>
          <a:lstStyle/>
          <a:p>
            <a:r>
              <a:rPr lang="en-US" sz="4700">
                <a:latin typeface="Calibri" panose="020F0502020204030204" charset="0"/>
                <a:cs typeface="Calibri" panose="020F0502020204030204" charset="0"/>
              </a:rPr>
              <a:t>PRICING TIERS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" y="814070"/>
            <a:ext cx="8713470" cy="4329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6"/>
          </p:nvPr>
        </p:nvSpPr>
        <p:spPr>
          <a:xfrm>
            <a:off x="393065" y="145415"/>
            <a:ext cx="8750935" cy="647700"/>
          </a:xfrm>
        </p:spPr>
        <p:txBody>
          <a:bodyPr/>
          <a:lstStyle/>
          <a:p>
            <a:r>
              <a:rPr lang="en-US" sz="4700">
                <a:latin typeface="Calibri" panose="020F0502020204030204" charset="0"/>
                <a:cs typeface="Calibri" panose="020F0502020204030204" charset="0"/>
              </a:rPr>
              <a:t>Donar Mobile App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075" y="945222"/>
            <a:ext cx="2239010" cy="419827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310" y="945222"/>
            <a:ext cx="2341880" cy="4131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6"/>
          </p:nvPr>
        </p:nvSpPr>
        <p:spPr>
          <a:xfrm>
            <a:off x="393065" y="145415"/>
            <a:ext cx="8750935" cy="647700"/>
          </a:xfrm>
        </p:spPr>
        <p:txBody>
          <a:bodyPr/>
          <a:lstStyle/>
          <a:p>
            <a:r>
              <a:rPr lang="en-US" sz="4700">
                <a:latin typeface="Calibri" panose="020F0502020204030204" charset="0"/>
                <a:cs typeface="Calibri" panose="020F0502020204030204" charset="0"/>
              </a:rPr>
              <a:t>Donar Mobile App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955" y="955497"/>
            <a:ext cx="2360930" cy="48915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955497"/>
            <a:ext cx="2644775" cy="414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charset="0"/>
                <a:cs typeface="Calibri" panose="020F0502020204030204" charset="0"/>
              </a:rPr>
              <a:t>BloodLink</a:t>
            </a:r>
            <a:r>
              <a:rPr lang="en-US" dirty="0">
                <a:latin typeface="Calibri" panose="020F0502020204030204" charset="0"/>
                <a:cs typeface="Calibri" panose="020F0502020204030204" charset="0"/>
              </a:rPr>
              <a:t> vs. Existing Systems</a:t>
            </a:r>
            <a:endParaRPr lang="en-US" b="0" dirty="0"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9980" y="1479860"/>
          <a:ext cx="7723152" cy="2392680"/>
        </p:xfrm>
        <a:graphic>
          <a:graphicData uri="http://schemas.openxmlformats.org/drawingml/2006/table">
            <a:tbl>
              <a:tblPr/>
              <a:tblGrid>
                <a:gridCol w="1930788"/>
                <a:gridCol w="1930788"/>
                <a:gridCol w="1930788"/>
                <a:gridCol w="1930788"/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</a:t>
                      </a:r>
                      <a:endParaRPr lang="en-US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BloodLink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Existing Systems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Advantage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Matching Mechanism</a:t>
                      </a:r>
                      <a:endParaRPr lang="en-US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AI-powered, real-time predictive matching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Manual or basic database 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Faster &amp; more accurate matches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Donor Engagement</a:t>
                      </a:r>
                      <a:endParaRPr lang="en-US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Gamified</a:t>
                      </a:r>
                      <a:r>
                        <a:rPr lang="en-US" sz="1100" dirty="0"/>
                        <a:t> app with rewards &amp; leaderboards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Minimal engagement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Higher donor retention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Integration</a:t>
                      </a:r>
                      <a:endParaRPr lang="en-US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API-ready for hospital EHR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Mostly standalone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Seamless hospital adoption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Data Updates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Real-time donor &amp; inventory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Delayed batch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Better coordination &amp;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Scalability</a:t>
                      </a:r>
                      <a:endParaRPr lang="en-US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Cloud-native microservices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On-premise/static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Supports national &amp; global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13708" y="1548790"/>
            <a:ext cx="8126858" cy="2756082"/>
          </a:xfrm>
        </p:spPr>
        <p:txBody>
          <a:bodyPr/>
          <a:lstStyle/>
          <a:p>
            <a:pPr algn="l"/>
            <a:r>
              <a:rPr lang="en-US" sz="1400" b="1" dirty="0"/>
              <a:t>A. Development Needs</a:t>
            </a:r>
          </a:p>
          <a:p>
            <a:pPr algn="l"/>
            <a:r>
              <a:rPr lang="en-US" sz="1400" b="1" dirty="0"/>
              <a:t>Human Resources: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AI Engineer • Mobile Developer • Backend Developer • </a:t>
            </a:r>
            <a:r>
              <a:rPr lang="en-US" sz="1400" dirty="0" err="1" smtClean="0"/>
              <a:t>uI</a:t>
            </a:r>
            <a:r>
              <a:rPr lang="en-US" sz="1400" dirty="0" smtClean="0"/>
              <a:t>/</a:t>
            </a:r>
            <a:r>
              <a:rPr lang="en-US" sz="1400" dirty="0" err="1" smtClean="0"/>
              <a:t>uX</a:t>
            </a:r>
            <a:r>
              <a:rPr lang="en-US" sz="1400" dirty="0" smtClean="0"/>
              <a:t> </a:t>
            </a:r>
            <a:r>
              <a:rPr lang="en-US" sz="1400" dirty="0"/>
              <a:t>Designer </a:t>
            </a:r>
            <a:r>
              <a:rPr lang="en-US" sz="1400" dirty="0" smtClean="0"/>
              <a:t>• Cloud Architect</a:t>
            </a:r>
            <a:endParaRPr lang="en-US" sz="1400" dirty="0"/>
          </a:p>
          <a:p>
            <a:pPr algn="l"/>
            <a:r>
              <a:rPr lang="en-US" sz="1400" b="1" dirty="0"/>
              <a:t>Infrastructure: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Cloud hosting (AWS) • Scalable DB (</a:t>
            </a:r>
            <a:r>
              <a:rPr lang="en-US" sz="1400" dirty="0" smtClean="0"/>
              <a:t>Firebase) • </a:t>
            </a:r>
            <a:r>
              <a:rPr lang="en-US" sz="1400" dirty="0"/>
              <a:t>(</a:t>
            </a:r>
            <a:r>
              <a:rPr lang="en-US" sz="1400" dirty="0" err="1"/>
              <a:t>GitHub</a:t>
            </a:r>
            <a:r>
              <a:rPr lang="en-US" sz="1400" dirty="0"/>
              <a:t>/</a:t>
            </a:r>
            <a:r>
              <a:rPr lang="en-US" sz="1400" dirty="0" err="1"/>
              <a:t>GitLab</a:t>
            </a:r>
            <a:r>
              <a:rPr lang="en-US" sz="1400" dirty="0"/>
              <a:t>)</a:t>
            </a:r>
          </a:p>
          <a:p>
            <a:pPr algn="l"/>
            <a:r>
              <a:rPr lang="en-US" sz="1400" b="1" dirty="0" smtClean="0"/>
              <a:t>B. Testing &amp; </a:t>
            </a:r>
            <a:r>
              <a:rPr lang="en-US" sz="1400" b="1" dirty="0" smtClean="0"/>
              <a:t>validation</a:t>
            </a:r>
            <a:endParaRPr lang="en-US" sz="1400" b="1" dirty="0" smtClean="0"/>
          </a:p>
          <a:p>
            <a:pPr algn="l"/>
            <a:r>
              <a:rPr lang="en-US" sz="1400" dirty="0" smtClean="0"/>
              <a:t>Beta testing with </a:t>
            </a:r>
            <a:r>
              <a:rPr lang="en-US" sz="1400" b="1" dirty="0" smtClean="0"/>
              <a:t>3–5 pilot hospitals</a:t>
            </a:r>
            <a:endParaRPr lang="en-US" sz="1400" dirty="0" smtClean="0"/>
          </a:p>
          <a:p>
            <a:pPr algn="l"/>
            <a:r>
              <a:rPr lang="en-US" sz="1400" dirty="0" smtClean="0"/>
              <a:t>Continuous feedback loops for </a:t>
            </a:r>
            <a:r>
              <a:rPr lang="en-US" sz="1400" dirty="0" smtClean="0"/>
              <a:t>AI </a:t>
            </a:r>
            <a:r>
              <a:rPr lang="en-US" sz="1400" dirty="0" smtClean="0"/>
              <a:t>improvements</a:t>
            </a:r>
          </a:p>
          <a:p>
            <a:pPr algn="l"/>
            <a:r>
              <a:rPr lang="en-US" sz="1400" dirty="0" smtClean="0"/>
              <a:t>Load testing to ensure high-traffic performance</a:t>
            </a:r>
          </a:p>
          <a:p>
            <a:pPr algn="l"/>
            <a:r>
              <a:rPr lang="en-US" sz="1400" b="1" dirty="0"/>
              <a:t>C. Regulatory &amp; Compliance</a:t>
            </a:r>
          </a:p>
          <a:p>
            <a:pPr algn="l"/>
            <a:r>
              <a:rPr lang="en-US" sz="1400" dirty="0"/>
              <a:t>Health data compliance: </a:t>
            </a:r>
            <a:r>
              <a:rPr lang="en-US" sz="1400" b="1" dirty="0"/>
              <a:t>GDPR </a:t>
            </a:r>
            <a:r>
              <a:rPr lang="en-US" sz="1400" b="1" dirty="0" smtClean="0"/>
              <a:t> </a:t>
            </a:r>
            <a:r>
              <a:rPr lang="en-US" sz="1400" b="1" dirty="0"/>
              <a:t>HIPAA</a:t>
            </a:r>
            <a:endParaRPr lang="en-US" sz="1400" dirty="0"/>
          </a:p>
          <a:p>
            <a:pPr algn="l"/>
            <a:r>
              <a:rPr lang="en-US" sz="1400" dirty="0"/>
              <a:t>Ethical review for bias-free AI decisions</a:t>
            </a:r>
          </a:p>
          <a:p>
            <a:pPr algn="l"/>
            <a:r>
              <a:rPr lang="en-US" sz="1400" dirty="0"/>
              <a:t>Local </a:t>
            </a:r>
            <a:r>
              <a:rPr lang="en-US" sz="1400" b="1" dirty="0"/>
              <a:t>health-tech certification</a:t>
            </a:r>
            <a:r>
              <a:rPr lang="en-US" sz="1400" dirty="0"/>
              <a:t> requirements</a:t>
            </a:r>
          </a:p>
          <a:p>
            <a:pPr algn="l"/>
            <a:endParaRPr lang="en-US"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charset="0"/>
                <a:cs typeface="Calibri" panose="020F0502020204030204" charset="0"/>
              </a:rPr>
              <a:t>Commercialization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34748" y="1265749"/>
            <a:ext cx="7728000" cy="2997900"/>
          </a:xfrm>
        </p:spPr>
        <p:txBody>
          <a:bodyPr/>
          <a:lstStyle/>
          <a:p>
            <a:endParaRPr lang="en-US" sz="20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Target: Hospitals, Clinics, Blood Banks, Donors.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Pricing: Subscription for hospitals, free for donors.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Promotion: Social media, CSR, medical drives</a:t>
            </a:r>
            <a:r>
              <a:rPr lang="en-US" sz="1600" dirty="0" smtClean="0"/>
              <a:t>.</a:t>
            </a:r>
          </a:p>
          <a:p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charset="0"/>
                <a:cs typeface="Calibri" panose="020F0502020204030204" charset="0"/>
              </a:rPr>
              <a:t>Marketing Plan – Overview</a:t>
            </a:r>
          </a:p>
        </p:txBody>
      </p:sp>
      <p:grpSp>
        <p:nvGrpSpPr>
          <p:cNvPr id="5" name="Google Shape;509;p34"/>
          <p:cNvGrpSpPr/>
          <p:nvPr/>
        </p:nvGrpSpPr>
        <p:grpSpPr>
          <a:xfrm>
            <a:off x="8323490" y="711765"/>
            <a:ext cx="461778" cy="464563"/>
            <a:chOff x="8323490" y="355935"/>
            <a:chExt cx="461778" cy="464563"/>
          </a:xfrm>
        </p:grpSpPr>
        <p:sp>
          <p:nvSpPr>
            <p:cNvPr id="6" name="Google Shape;510;p34"/>
            <p:cNvSpPr/>
            <p:nvPr/>
          </p:nvSpPr>
          <p:spPr>
            <a:xfrm>
              <a:off x="8323490" y="404836"/>
              <a:ext cx="416089" cy="415662"/>
            </a:xfrm>
            <a:custGeom>
              <a:avLst/>
              <a:gdLst/>
              <a:ahLst/>
              <a:cxnLst/>
              <a:rect l="l" t="t" r="r" b="b"/>
              <a:pathLst>
                <a:path w="10735" h="10724" extrusionOk="0">
                  <a:moveTo>
                    <a:pt x="2470" y="0"/>
                  </a:moveTo>
                  <a:cubicBezTo>
                    <a:pt x="2067" y="0"/>
                    <a:pt x="1664" y="157"/>
                    <a:pt x="1361" y="471"/>
                  </a:cubicBezTo>
                  <a:lnTo>
                    <a:pt x="482" y="1350"/>
                  </a:lnTo>
                  <a:cubicBezTo>
                    <a:pt x="168" y="1643"/>
                    <a:pt x="22" y="2040"/>
                    <a:pt x="22" y="2459"/>
                  </a:cubicBezTo>
                  <a:cubicBezTo>
                    <a:pt x="22" y="2877"/>
                    <a:pt x="168" y="3275"/>
                    <a:pt x="482" y="3568"/>
                  </a:cubicBezTo>
                  <a:lnTo>
                    <a:pt x="2261" y="5367"/>
                  </a:lnTo>
                  <a:lnTo>
                    <a:pt x="482" y="7167"/>
                  </a:lnTo>
                  <a:cubicBezTo>
                    <a:pt x="168" y="7460"/>
                    <a:pt x="1" y="7857"/>
                    <a:pt x="1" y="8276"/>
                  </a:cubicBezTo>
                  <a:cubicBezTo>
                    <a:pt x="1" y="8694"/>
                    <a:pt x="168" y="9092"/>
                    <a:pt x="461" y="9385"/>
                  </a:cubicBezTo>
                  <a:lnTo>
                    <a:pt x="1361" y="10263"/>
                  </a:lnTo>
                  <a:cubicBezTo>
                    <a:pt x="1675" y="10577"/>
                    <a:pt x="2072" y="10724"/>
                    <a:pt x="2470" y="10724"/>
                  </a:cubicBezTo>
                  <a:cubicBezTo>
                    <a:pt x="2867" y="10724"/>
                    <a:pt x="3265" y="10577"/>
                    <a:pt x="3579" y="10284"/>
                  </a:cubicBezTo>
                  <a:lnTo>
                    <a:pt x="5378" y="8485"/>
                  </a:lnTo>
                  <a:lnTo>
                    <a:pt x="7157" y="10263"/>
                  </a:lnTo>
                  <a:cubicBezTo>
                    <a:pt x="7471" y="10577"/>
                    <a:pt x="7868" y="10724"/>
                    <a:pt x="8287" y="10724"/>
                  </a:cubicBezTo>
                  <a:cubicBezTo>
                    <a:pt x="8684" y="10724"/>
                    <a:pt x="9082" y="10577"/>
                    <a:pt x="9396" y="10263"/>
                  </a:cubicBezTo>
                  <a:lnTo>
                    <a:pt x="10274" y="9385"/>
                  </a:lnTo>
                  <a:cubicBezTo>
                    <a:pt x="10567" y="9092"/>
                    <a:pt x="10735" y="8694"/>
                    <a:pt x="10735" y="8276"/>
                  </a:cubicBezTo>
                  <a:cubicBezTo>
                    <a:pt x="10735" y="7857"/>
                    <a:pt x="10567" y="7460"/>
                    <a:pt x="10274" y="7167"/>
                  </a:cubicBezTo>
                  <a:lnTo>
                    <a:pt x="8496" y="5367"/>
                  </a:lnTo>
                  <a:lnTo>
                    <a:pt x="10274" y="3568"/>
                  </a:lnTo>
                  <a:cubicBezTo>
                    <a:pt x="10567" y="3275"/>
                    <a:pt x="10735" y="2877"/>
                    <a:pt x="10735" y="2459"/>
                  </a:cubicBezTo>
                  <a:cubicBezTo>
                    <a:pt x="10735" y="2040"/>
                    <a:pt x="10567" y="1643"/>
                    <a:pt x="10274" y="1350"/>
                  </a:cubicBezTo>
                  <a:lnTo>
                    <a:pt x="9396" y="471"/>
                  </a:lnTo>
                  <a:cubicBezTo>
                    <a:pt x="9082" y="157"/>
                    <a:pt x="8679" y="0"/>
                    <a:pt x="8279" y="0"/>
                  </a:cubicBezTo>
                  <a:cubicBezTo>
                    <a:pt x="7879" y="0"/>
                    <a:pt x="7481" y="157"/>
                    <a:pt x="7178" y="471"/>
                  </a:cubicBezTo>
                  <a:lnTo>
                    <a:pt x="5378" y="2250"/>
                  </a:lnTo>
                  <a:lnTo>
                    <a:pt x="3579" y="471"/>
                  </a:lnTo>
                  <a:cubicBezTo>
                    <a:pt x="3275" y="157"/>
                    <a:pt x="2873" y="0"/>
                    <a:pt x="2470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1;p34"/>
            <p:cNvSpPr/>
            <p:nvPr/>
          </p:nvSpPr>
          <p:spPr>
            <a:xfrm rot="2700000">
              <a:off x="8507984" y="485686"/>
              <a:ext cx="148917" cy="14891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2;p34"/>
            <p:cNvSpPr/>
            <p:nvPr/>
          </p:nvSpPr>
          <p:spPr>
            <a:xfrm>
              <a:off x="8369180" y="355935"/>
              <a:ext cx="416089" cy="415856"/>
            </a:xfrm>
            <a:custGeom>
              <a:avLst/>
              <a:gdLst/>
              <a:ahLst/>
              <a:cxnLst/>
              <a:rect l="l" t="t" r="r" b="b"/>
              <a:pathLst>
                <a:path w="10735" h="10729" extrusionOk="0">
                  <a:moveTo>
                    <a:pt x="2469" y="623"/>
                  </a:moveTo>
                  <a:cubicBezTo>
                    <a:pt x="2700" y="623"/>
                    <a:pt x="2951" y="727"/>
                    <a:pt x="3139" y="895"/>
                  </a:cubicBezTo>
                  <a:lnTo>
                    <a:pt x="4917" y="2694"/>
                  </a:lnTo>
                  <a:lnTo>
                    <a:pt x="2700" y="4912"/>
                  </a:lnTo>
                  <a:lnTo>
                    <a:pt x="900" y="3133"/>
                  </a:lnTo>
                  <a:cubicBezTo>
                    <a:pt x="733" y="2945"/>
                    <a:pt x="628" y="2715"/>
                    <a:pt x="628" y="2464"/>
                  </a:cubicBezTo>
                  <a:cubicBezTo>
                    <a:pt x="628" y="2213"/>
                    <a:pt x="733" y="1962"/>
                    <a:pt x="900" y="1794"/>
                  </a:cubicBezTo>
                  <a:lnTo>
                    <a:pt x="1800" y="895"/>
                  </a:lnTo>
                  <a:cubicBezTo>
                    <a:pt x="1988" y="727"/>
                    <a:pt x="2218" y="623"/>
                    <a:pt x="2469" y="623"/>
                  </a:cubicBezTo>
                  <a:close/>
                  <a:moveTo>
                    <a:pt x="8265" y="633"/>
                  </a:moveTo>
                  <a:cubicBezTo>
                    <a:pt x="8506" y="633"/>
                    <a:pt x="8747" y="727"/>
                    <a:pt x="8935" y="915"/>
                  </a:cubicBezTo>
                  <a:lnTo>
                    <a:pt x="9835" y="1794"/>
                  </a:lnTo>
                  <a:cubicBezTo>
                    <a:pt x="10002" y="1983"/>
                    <a:pt x="10107" y="2213"/>
                    <a:pt x="10107" y="2464"/>
                  </a:cubicBezTo>
                  <a:cubicBezTo>
                    <a:pt x="10107" y="2715"/>
                    <a:pt x="10002" y="2966"/>
                    <a:pt x="9835" y="3133"/>
                  </a:cubicBezTo>
                  <a:lnTo>
                    <a:pt x="8035" y="4933"/>
                  </a:lnTo>
                  <a:lnTo>
                    <a:pt x="5796" y="2694"/>
                  </a:lnTo>
                  <a:lnTo>
                    <a:pt x="7596" y="915"/>
                  </a:lnTo>
                  <a:cubicBezTo>
                    <a:pt x="7784" y="727"/>
                    <a:pt x="8025" y="633"/>
                    <a:pt x="8265" y="633"/>
                  </a:cubicBezTo>
                  <a:close/>
                  <a:moveTo>
                    <a:pt x="5357" y="3133"/>
                  </a:moveTo>
                  <a:lnTo>
                    <a:pt x="7596" y="5372"/>
                  </a:lnTo>
                  <a:lnTo>
                    <a:pt x="5378" y="7590"/>
                  </a:lnTo>
                  <a:lnTo>
                    <a:pt x="3139" y="5351"/>
                  </a:lnTo>
                  <a:lnTo>
                    <a:pt x="5357" y="3133"/>
                  </a:lnTo>
                  <a:close/>
                  <a:moveTo>
                    <a:pt x="2700" y="5791"/>
                  </a:moveTo>
                  <a:lnTo>
                    <a:pt x="4938" y="8030"/>
                  </a:lnTo>
                  <a:lnTo>
                    <a:pt x="3139" y="9829"/>
                  </a:lnTo>
                  <a:cubicBezTo>
                    <a:pt x="2951" y="10007"/>
                    <a:pt x="2705" y="10096"/>
                    <a:pt x="2462" y="10096"/>
                  </a:cubicBezTo>
                  <a:cubicBezTo>
                    <a:pt x="2218" y="10096"/>
                    <a:pt x="1978" y="10007"/>
                    <a:pt x="1800" y="9829"/>
                  </a:cubicBezTo>
                  <a:lnTo>
                    <a:pt x="900" y="8929"/>
                  </a:lnTo>
                  <a:cubicBezTo>
                    <a:pt x="733" y="8762"/>
                    <a:pt x="628" y="8532"/>
                    <a:pt x="628" y="8260"/>
                  </a:cubicBezTo>
                  <a:cubicBezTo>
                    <a:pt x="628" y="8009"/>
                    <a:pt x="733" y="7778"/>
                    <a:pt x="900" y="7611"/>
                  </a:cubicBezTo>
                  <a:lnTo>
                    <a:pt x="2700" y="5791"/>
                  </a:lnTo>
                  <a:close/>
                  <a:moveTo>
                    <a:pt x="8035" y="5812"/>
                  </a:moveTo>
                  <a:lnTo>
                    <a:pt x="9814" y="7611"/>
                  </a:lnTo>
                  <a:cubicBezTo>
                    <a:pt x="10002" y="7778"/>
                    <a:pt x="10107" y="8030"/>
                    <a:pt x="10107" y="8281"/>
                  </a:cubicBezTo>
                  <a:cubicBezTo>
                    <a:pt x="10107" y="8511"/>
                    <a:pt x="10002" y="8762"/>
                    <a:pt x="9835" y="8929"/>
                  </a:cubicBezTo>
                  <a:lnTo>
                    <a:pt x="8935" y="9829"/>
                  </a:lnTo>
                  <a:cubicBezTo>
                    <a:pt x="8747" y="10007"/>
                    <a:pt x="8506" y="10096"/>
                    <a:pt x="8265" y="10096"/>
                  </a:cubicBezTo>
                  <a:cubicBezTo>
                    <a:pt x="8025" y="10096"/>
                    <a:pt x="7784" y="10007"/>
                    <a:pt x="7596" y="9829"/>
                  </a:cubicBezTo>
                  <a:lnTo>
                    <a:pt x="5817" y="8050"/>
                  </a:lnTo>
                  <a:lnTo>
                    <a:pt x="8035" y="5812"/>
                  </a:lnTo>
                  <a:close/>
                  <a:moveTo>
                    <a:pt x="2469" y="0"/>
                  </a:moveTo>
                  <a:cubicBezTo>
                    <a:pt x="2067" y="0"/>
                    <a:pt x="1664" y="152"/>
                    <a:pt x="1360" y="455"/>
                  </a:cubicBezTo>
                  <a:lnTo>
                    <a:pt x="461" y="1355"/>
                  </a:lnTo>
                  <a:cubicBezTo>
                    <a:pt x="168" y="1648"/>
                    <a:pt x="0" y="2045"/>
                    <a:pt x="0" y="2464"/>
                  </a:cubicBezTo>
                  <a:cubicBezTo>
                    <a:pt x="0" y="2882"/>
                    <a:pt x="168" y="3280"/>
                    <a:pt x="461" y="3573"/>
                  </a:cubicBezTo>
                  <a:lnTo>
                    <a:pt x="2239" y="5351"/>
                  </a:lnTo>
                  <a:lnTo>
                    <a:pt x="461" y="7151"/>
                  </a:lnTo>
                  <a:cubicBezTo>
                    <a:pt x="168" y="7444"/>
                    <a:pt x="0" y="7841"/>
                    <a:pt x="0" y="8260"/>
                  </a:cubicBezTo>
                  <a:cubicBezTo>
                    <a:pt x="0" y="8678"/>
                    <a:pt x="168" y="9076"/>
                    <a:pt x="461" y="9390"/>
                  </a:cubicBezTo>
                  <a:lnTo>
                    <a:pt x="1360" y="10268"/>
                  </a:lnTo>
                  <a:cubicBezTo>
                    <a:pt x="1653" y="10582"/>
                    <a:pt x="2072" y="10729"/>
                    <a:pt x="2469" y="10729"/>
                  </a:cubicBezTo>
                  <a:cubicBezTo>
                    <a:pt x="2867" y="10729"/>
                    <a:pt x="3265" y="10582"/>
                    <a:pt x="3578" y="10268"/>
                  </a:cubicBezTo>
                  <a:lnTo>
                    <a:pt x="5378" y="8490"/>
                  </a:lnTo>
                  <a:lnTo>
                    <a:pt x="7156" y="10268"/>
                  </a:lnTo>
                  <a:cubicBezTo>
                    <a:pt x="7470" y="10582"/>
                    <a:pt x="7868" y="10729"/>
                    <a:pt x="8265" y="10729"/>
                  </a:cubicBezTo>
                  <a:cubicBezTo>
                    <a:pt x="8684" y="10729"/>
                    <a:pt x="9081" y="10582"/>
                    <a:pt x="9374" y="10268"/>
                  </a:cubicBezTo>
                  <a:lnTo>
                    <a:pt x="10274" y="9390"/>
                  </a:lnTo>
                  <a:cubicBezTo>
                    <a:pt x="10567" y="9076"/>
                    <a:pt x="10734" y="8699"/>
                    <a:pt x="10734" y="8260"/>
                  </a:cubicBezTo>
                  <a:cubicBezTo>
                    <a:pt x="10734" y="7841"/>
                    <a:pt x="10567" y="7465"/>
                    <a:pt x="10274" y="7151"/>
                  </a:cubicBezTo>
                  <a:lnTo>
                    <a:pt x="8495" y="5372"/>
                  </a:lnTo>
                  <a:lnTo>
                    <a:pt x="10274" y="3573"/>
                  </a:lnTo>
                  <a:cubicBezTo>
                    <a:pt x="10567" y="3280"/>
                    <a:pt x="10734" y="2882"/>
                    <a:pt x="10734" y="2464"/>
                  </a:cubicBezTo>
                  <a:cubicBezTo>
                    <a:pt x="10734" y="2045"/>
                    <a:pt x="10567" y="1648"/>
                    <a:pt x="10274" y="1355"/>
                  </a:cubicBezTo>
                  <a:lnTo>
                    <a:pt x="9374" y="455"/>
                  </a:lnTo>
                  <a:cubicBezTo>
                    <a:pt x="9071" y="152"/>
                    <a:pt x="8668" y="0"/>
                    <a:pt x="8265" y="0"/>
                  </a:cubicBezTo>
                  <a:cubicBezTo>
                    <a:pt x="7862" y="0"/>
                    <a:pt x="7460" y="152"/>
                    <a:pt x="7156" y="455"/>
                  </a:cubicBezTo>
                  <a:lnTo>
                    <a:pt x="5357" y="2255"/>
                  </a:lnTo>
                  <a:lnTo>
                    <a:pt x="3578" y="455"/>
                  </a:lnTo>
                  <a:cubicBezTo>
                    <a:pt x="3275" y="152"/>
                    <a:pt x="2872" y="0"/>
                    <a:pt x="2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13;p34"/>
            <p:cNvSpPr/>
            <p:nvPr/>
          </p:nvSpPr>
          <p:spPr>
            <a:xfrm>
              <a:off x="8455149" y="615240"/>
              <a:ext cx="34884" cy="35737"/>
            </a:xfrm>
            <a:custGeom>
              <a:avLst/>
              <a:gdLst/>
              <a:ahLst/>
              <a:cxnLst/>
              <a:rect l="l" t="t" r="r" b="b"/>
              <a:pathLst>
                <a:path w="900" h="922" extrusionOk="0">
                  <a:moveTo>
                    <a:pt x="440" y="0"/>
                  </a:moveTo>
                  <a:lnTo>
                    <a:pt x="0" y="440"/>
                  </a:lnTo>
                  <a:lnTo>
                    <a:pt x="461" y="921"/>
                  </a:lnTo>
                  <a:lnTo>
                    <a:pt x="900" y="482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14;p34"/>
            <p:cNvSpPr/>
            <p:nvPr/>
          </p:nvSpPr>
          <p:spPr>
            <a:xfrm>
              <a:off x="8490033" y="650938"/>
              <a:ext cx="34070" cy="33256"/>
            </a:xfrm>
            <a:custGeom>
              <a:avLst/>
              <a:gdLst/>
              <a:ahLst/>
              <a:cxnLst/>
              <a:rect l="l" t="t" r="r" b="b"/>
              <a:pathLst>
                <a:path w="879" h="858" extrusionOk="0">
                  <a:moveTo>
                    <a:pt x="460" y="0"/>
                  </a:moveTo>
                  <a:lnTo>
                    <a:pt x="0" y="439"/>
                  </a:lnTo>
                  <a:lnTo>
                    <a:pt x="419" y="858"/>
                  </a:lnTo>
                  <a:lnTo>
                    <a:pt x="879" y="41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15;p34"/>
            <p:cNvSpPr/>
            <p:nvPr/>
          </p:nvSpPr>
          <p:spPr>
            <a:xfrm>
              <a:off x="8420265" y="649310"/>
              <a:ext cx="35737" cy="35698"/>
            </a:xfrm>
            <a:custGeom>
              <a:avLst/>
              <a:gdLst/>
              <a:ahLst/>
              <a:cxnLst/>
              <a:rect l="l" t="t" r="r" b="b"/>
              <a:pathLst>
                <a:path w="922" h="921" extrusionOk="0">
                  <a:moveTo>
                    <a:pt x="440" y="0"/>
                  </a:moveTo>
                  <a:lnTo>
                    <a:pt x="1" y="461"/>
                  </a:lnTo>
                  <a:lnTo>
                    <a:pt x="482" y="921"/>
                  </a:lnTo>
                  <a:lnTo>
                    <a:pt x="921" y="481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16;p34"/>
            <p:cNvSpPr/>
            <p:nvPr/>
          </p:nvSpPr>
          <p:spPr>
            <a:xfrm>
              <a:off x="8455963" y="684969"/>
              <a:ext cx="33295" cy="33295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440" y="1"/>
                  </a:moveTo>
                  <a:lnTo>
                    <a:pt x="0" y="440"/>
                  </a:lnTo>
                  <a:lnTo>
                    <a:pt x="419" y="859"/>
                  </a:lnTo>
                  <a:lnTo>
                    <a:pt x="858" y="41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17;p34"/>
            <p:cNvSpPr/>
            <p:nvPr/>
          </p:nvSpPr>
          <p:spPr>
            <a:xfrm>
              <a:off x="8662748" y="407602"/>
              <a:ext cx="35737" cy="34923"/>
            </a:xfrm>
            <a:custGeom>
              <a:avLst/>
              <a:gdLst/>
              <a:ahLst/>
              <a:cxnLst/>
              <a:rect l="l" t="t" r="r" b="b"/>
              <a:pathLst>
                <a:path w="922" h="901" extrusionOk="0">
                  <a:moveTo>
                    <a:pt x="440" y="1"/>
                  </a:moveTo>
                  <a:lnTo>
                    <a:pt x="1" y="440"/>
                  </a:lnTo>
                  <a:lnTo>
                    <a:pt x="482" y="901"/>
                  </a:lnTo>
                  <a:lnTo>
                    <a:pt x="921" y="461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18;p34"/>
            <p:cNvSpPr/>
            <p:nvPr/>
          </p:nvSpPr>
          <p:spPr>
            <a:xfrm>
              <a:off x="8698446" y="442486"/>
              <a:ext cx="33295" cy="34109"/>
            </a:xfrm>
            <a:custGeom>
              <a:avLst/>
              <a:gdLst/>
              <a:ahLst/>
              <a:cxnLst/>
              <a:rect l="l" t="t" r="r" b="b"/>
              <a:pathLst>
                <a:path w="859" h="880" extrusionOk="0">
                  <a:moveTo>
                    <a:pt x="440" y="1"/>
                  </a:moveTo>
                  <a:lnTo>
                    <a:pt x="0" y="461"/>
                  </a:lnTo>
                  <a:lnTo>
                    <a:pt x="419" y="879"/>
                  </a:lnTo>
                  <a:lnTo>
                    <a:pt x="858" y="41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19;p34"/>
            <p:cNvSpPr/>
            <p:nvPr/>
          </p:nvSpPr>
          <p:spPr>
            <a:xfrm>
              <a:off x="8628678" y="441672"/>
              <a:ext cx="34923" cy="35737"/>
            </a:xfrm>
            <a:custGeom>
              <a:avLst/>
              <a:gdLst/>
              <a:ahLst/>
              <a:cxnLst/>
              <a:rect l="l" t="t" r="r" b="b"/>
              <a:pathLst>
                <a:path w="901" h="922" extrusionOk="0">
                  <a:moveTo>
                    <a:pt x="440" y="1"/>
                  </a:moveTo>
                  <a:lnTo>
                    <a:pt x="1" y="440"/>
                  </a:lnTo>
                  <a:lnTo>
                    <a:pt x="461" y="921"/>
                  </a:lnTo>
                  <a:lnTo>
                    <a:pt x="901" y="482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0;p34"/>
            <p:cNvSpPr/>
            <p:nvPr/>
          </p:nvSpPr>
          <p:spPr>
            <a:xfrm>
              <a:off x="8663562" y="477370"/>
              <a:ext cx="34109" cy="33295"/>
            </a:xfrm>
            <a:custGeom>
              <a:avLst/>
              <a:gdLst/>
              <a:ahLst/>
              <a:cxnLst/>
              <a:rect l="l" t="t" r="r" b="b"/>
              <a:pathLst>
                <a:path w="880" h="859" extrusionOk="0">
                  <a:moveTo>
                    <a:pt x="461" y="0"/>
                  </a:moveTo>
                  <a:lnTo>
                    <a:pt x="1" y="440"/>
                  </a:lnTo>
                  <a:lnTo>
                    <a:pt x="419" y="858"/>
                  </a:lnTo>
                  <a:lnTo>
                    <a:pt x="879" y="419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21;p34"/>
            <p:cNvSpPr/>
            <p:nvPr/>
          </p:nvSpPr>
          <p:spPr>
            <a:xfrm>
              <a:off x="8663562" y="615240"/>
              <a:ext cx="35737" cy="35737"/>
            </a:xfrm>
            <a:custGeom>
              <a:avLst/>
              <a:gdLst/>
              <a:ahLst/>
              <a:cxnLst/>
              <a:rect l="l" t="t" r="r" b="b"/>
              <a:pathLst>
                <a:path w="922" h="922" extrusionOk="0">
                  <a:moveTo>
                    <a:pt x="482" y="0"/>
                  </a:moveTo>
                  <a:lnTo>
                    <a:pt x="1" y="482"/>
                  </a:lnTo>
                  <a:lnTo>
                    <a:pt x="461" y="921"/>
                  </a:lnTo>
                  <a:lnTo>
                    <a:pt x="921" y="46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22;p34"/>
            <p:cNvSpPr/>
            <p:nvPr/>
          </p:nvSpPr>
          <p:spPr>
            <a:xfrm>
              <a:off x="8630306" y="650938"/>
              <a:ext cx="33295" cy="33256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19" y="0"/>
                  </a:moveTo>
                  <a:lnTo>
                    <a:pt x="1" y="419"/>
                  </a:lnTo>
                  <a:lnTo>
                    <a:pt x="440" y="858"/>
                  </a:lnTo>
                  <a:lnTo>
                    <a:pt x="859" y="439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23;p34"/>
            <p:cNvSpPr/>
            <p:nvPr/>
          </p:nvSpPr>
          <p:spPr>
            <a:xfrm>
              <a:off x="8698446" y="650124"/>
              <a:ext cx="34923" cy="34884"/>
            </a:xfrm>
            <a:custGeom>
              <a:avLst/>
              <a:gdLst/>
              <a:ahLst/>
              <a:cxnLst/>
              <a:rect l="l" t="t" r="r" b="b"/>
              <a:pathLst>
                <a:path w="901" h="900" extrusionOk="0">
                  <a:moveTo>
                    <a:pt x="461" y="0"/>
                  </a:moveTo>
                  <a:lnTo>
                    <a:pt x="0" y="460"/>
                  </a:lnTo>
                  <a:lnTo>
                    <a:pt x="440" y="900"/>
                  </a:lnTo>
                  <a:lnTo>
                    <a:pt x="900" y="440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24;p34"/>
            <p:cNvSpPr/>
            <p:nvPr/>
          </p:nvSpPr>
          <p:spPr>
            <a:xfrm>
              <a:off x="8664376" y="684969"/>
              <a:ext cx="34109" cy="34109"/>
            </a:xfrm>
            <a:custGeom>
              <a:avLst/>
              <a:gdLst/>
              <a:ahLst/>
              <a:cxnLst/>
              <a:rect l="l" t="t" r="r" b="b"/>
              <a:pathLst>
                <a:path w="880" h="880" extrusionOk="0">
                  <a:moveTo>
                    <a:pt x="440" y="1"/>
                  </a:moveTo>
                  <a:lnTo>
                    <a:pt x="1" y="440"/>
                  </a:lnTo>
                  <a:lnTo>
                    <a:pt x="461" y="880"/>
                  </a:lnTo>
                  <a:lnTo>
                    <a:pt x="879" y="461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25;p34"/>
            <p:cNvSpPr/>
            <p:nvPr/>
          </p:nvSpPr>
          <p:spPr>
            <a:xfrm>
              <a:off x="8455963" y="407602"/>
              <a:ext cx="34884" cy="34923"/>
            </a:xfrm>
            <a:custGeom>
              <a:avLst/>
              <a:gdLst/>
              <a:ahLst/>
              <a:cxnLst/>
              <a:rect l="l" t="t" r="r" b="b"/>
              <a:pathLst>
                <a:path w="900" h="901" extrusionOk="0">
                  <a:moveTo>
                    <a:pt x="461" y="1"/>
                  </a:moveTo>
                  <a:lnTo>
                    <a:pt x="0" y="461"/>
                  </a:lnTo>
                  <a:lnTo>
                    <a:pt x="440" y="901"/>
                  </a:lnTo>
                  <a:lnTo>
                    <a:pt x="900" y="440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26;p34"/>
            <p:cNvSpPr/>
            <p:nvPr/>
          </p:nvSpPr>
          <p:spPr>
            <a:xfrm>
              <a:off x="8421893" y="442486"/>
              <a:ext cx="34109" cy="34109"/>
            </a:xfrm>
            <a:custGeom>
              <a:avLst/>
              <a:gdLst/>
              <a:ahLst/>
              <a:cxnLst/>
              <a:rect l="l" t="t" r="r" b="b"/>
              <a:pathLst>
                <a:path w="880" h="880" extrusionOk="0">
                  <a:moveTo>
                    <a:pt x="440" y="1"/>
                  </a:moveTo>
                  <a:lnTo>
                    <a:pt x="0" y="440"/>
                  </a:lnTo>
                  <a:lnTo>
                    <a:pt x="461" y="879"/>
                  </a:lnTo>
                  <a:lnTo>
                    <a:pt x="879" y="461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27;p34"/>
            <p:cNvSpPr/>
            <p:nvPr/>
          </p:nvSpPr>
          <p:spPr>
            <a:xfrm>
              <a:off x="8490033" y="442486"/>
              <a:ext cx="35698" cy="34923"/>
            </a:xfrm>
            <a:custGeom>
              <a:avLst/>
              <a:gdLst/>
              <a:ahLst/>
              <a:cxnLst/>
              <a:rect l="l" t="t" r="r" b="b"/>
              <a:pathLst>
                <a:path w="921" h="901" extrusionOk="0">
                  <a:moveTo>
                    <a:pt x="481" y="1"/>
                  </a:moveTo>
                  <a:lnTo>
                    <a:pt x="0" y="461"/>
                  </a:lnTo>
                  <a:lnTo>
                    <a:pt x="460" y="900"/>
                  </a:lnTo>
                  <a:lnTo>
                    <a:pt x="921" y="440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28;p34"/>
            <p:cNvSpPr/>
            <p:nvPr/>
          </p:nvSpPr>
          <p:spPr>
            <a:xfrm>
              <a:off x="8456777" y="477370"/>
              <a:ext cx="33256" cy="33295"/>
            </a:xfrm>
            <a:custGeom>
              <a:avLst/>
              <a:gdLst/>
              <a:ahLst/>
              <a:cxnLst/>
              <a:rect l="l" t="t" r="r" b="b"/>
              <a:pathLst>
                <a:path w="858" h="859" extrusionOk="0">
                  <a:moveTo>
                    <a:pt x="419" y="0"/>
                  </a:moveTo>
                  <a:lnTo>
                    <a:pt x="0" y="419"/>
                  </a:lnTo>
                  <a:lnTo>
                    <a:pt x="440" y="858"/>
                  </a:lnTo>
                  <a:lnTo>
                    <a:pt x="858" y="440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52169" y="1304294"/>
            <a:ext cx="6105600" cy="1203900"/>
          </a:xfrm>
        </p:spPr>
        <p:txBody>
          <a:bodyPr/>
          <a:lstStyle/>
          <a:p>
            <a:pPr marL="127000" lvl="0" indent="0" algn="l">
              <a:buNone/>
            </a:pPr>
            <a:r>
              <a:rPr lang="en-US" b="1" dirty="0" smtClean="0"/>
              <a:t>Healthcare Institutions (B2B)</a:t>
            </a:r>
          </a:p>
          <a:p>
            <a:pPr marL="127000" lvl="0" indent="0" algn="l">
              <a:buNone/>
            </a:pPr>
            <a:endParaRPr lang="en-US" b="1" dirty="0" smtClean="0"/>
          </a:p>
          <a:p>
            <a:pPr marL="127000" lvl="0" indent="0" algn="l">
              <a:buNone/>
            </a:pPr>
            <a:r>
              <a:rPr lang="en-US" dirty="0" smtClean="0"/>
              <a:t>These include: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dirty="0" smtClean="0"/>
              <a:t>Hospitals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dirty="0" smtClean="0"/>
              <a:t>Clinics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dirty="0" smtClean="0"/>
              <a:t>Public and private blood banks</a:t>
            </a:r>
          </a:p>
          <a:p>
            <a:pPr marL="127000" lvl="0" indent="0" algn="l">
              <a:buNone/>
            </a:pPr>
            <a:endParaRPr lang="en-US" dirty="0" smtClean="0"/>
          </a:p>
          <a:p>
            <a:pPr marL="127000" indent="0" algn="just">
              <a:buNone/>
            </a:pPr>
            <a:r>
              <a:rPr lang="en-US" dirty="0" smtClean="0"/>
              <a:t>They require a fast and reliable system for matching blood requirements with available donors. </a:t>
            </a:r>
          </a:p>
          <a:p>
            <a:pPr marL="127000" indent="0" algn="just">
              <a:buNone/>
            </a:pPr>
            <a:r>
              <a:rPr lang="en-US" dirty="0" smtClean="0"/>
              <a:t>Their main pain points are delays, shortages, and inefficient databases. </a:t>
            </a:r>
            <a:endParaRPr lang="en-US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2169" y="363277"/>
            <a:ext cx="8004873" cy="772200"/>
          </a:xfrm>
        </p:spPr>
        <p:txBody>
          <a:bodyPr/>
          <a:lstStyle/>
          <a:p>
            <a:pPr algn="ctr"/>
            <a:r>
              <a:rPr lang="en-US" sz="4700" dirty="0" smtClean="0">
                <a:latin typeface="Calibri" panose="020F0502020204030204" charset="0"/>
                <a:cs typeface="Calibri" panose="020F0502020204030204" charset="0"/>
              </a:rPr>
              <a:t>Market Segment</a:t>
            </a:r>
            <a:endParaRPr lang="en-US" sz="4700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" name="Google Shape;1556;p59"/>
          <p:cNvGrpSpPr/>
          <p:nvPr/>
        </p:nvGrpSpPr>
        <p:grpSpPr>
          <a:xfrm>
            <a:off x="7169094" y="1299065"/>
            <a:ext cx="1004626" cy="1002753"/>
            <a:chOff x="2573650" y="3394729"/>
            <a:chExt cx="432633" cy="431826"/>
          </a:xfrm>
        </p:grpSpPr>
        <p:sp>
          <p:nvSpPr>
            <p:cNvPr id="7" name="Google Shape;1557;p59"/>
            <p:cNvSpPr/>
            <p:nvPr/>
          </p:nvSpPr>
          <p:spPr>
            <a:xfrm>
              <a:off x="2667000" y="3713450"/>
              <a:ext cx="203000" cy="95250"/>
            </a:xfrm>
            <a:custGeom>
              <a:avLst/>
              <a:gdLst/>
              <a:ahLst/>
              <a:cxnLst/>
              <a:rect l="l" t="t" r="r" b="b"/>
              <a:pathLst>
                <a:path w="8120" h="3810" extrusionOk="0">
                  <a:moveTo>
                    <a:pt x="8120" y="3524"/>
                  </a:moveTo>
                  <a:lnTo>
                    <a:pt x="8120" y="2476"/>
                  </a:lnTo>
                  <a:lnTo>
                    <a:pt x="4286" y="2452"/>
                  </a:lnTo>
                  <a:lnTo>
                    <a:pt x="2238" y="857"/>
                  </a:lnTo>
                  <a:lnTo>
                    <a:pt x="1095" y="0"/>
                  </a:lnTo>
                  <a:lnTo>
                    <a:pt x="0" y="952"/>
                  </a:lnTo>
                  <a:lnTo>
                    <a:pt x="3905" y="38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8" name="Google Shape;1558;p59"/>
            <p:cNvGrpSpPr/>
            <p:nvPr/>
          </p:nvGrpSpPr>
          <p:grpSpPr>
            <a:xfrm>
              <a:off x="2573650" y="3394729"/>
              <a:ext cx="432633" cy="431826"/>
              <a:chOff x="2573650" y="3394729"/>
              <a:chExt cx="432633" cy="431826"/>
            </a:xfrm>
          </p:grpSpPr>
          <p:sp>
            <p:nvSpPr>
              <p:cNvPr id="9" name="Google Shape;1559;p59"/>
              <p:cNvSpPr/>
              <p:nvPr/>
            </p:nvSpPr>
            <p:spPr>
              <a:xfrm>
                <a:off x="2573650" y="3659580"/>
                <a:ext cx="296277" cy="1669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3788" extrusionOk="0">
                    <a:moveTo>
                      <a:pt x="0" y="1"/>
                    </a:moveTo>
                    <a:lnTo>
                      <a:pt x="0" y="1884"/>
                    </a:lnTo>
                    <a:lnTo>
                      <a:pt x="1360" y="1884"/>
                    </a:lnTo>
                    <a:lnTo>
                      <a:pt x="3871" y="3788"/>
                    </a:lnTo>
                    <a:lnTo>
                      <a:pt x="6612" y="3788"/>
                    </a:lnTo>
                    <a:cubicBezTo>
                      <a:pt x="6800" y="3788"/>
                      <a:pt x="6926" y="3662"/>
                      <a:pt x="6926" y="3474"/>
                    </a:cubicBezTo>
                    <a:lnTo>
                      <a:pt x="6926" y="3139"/>
                    </a:lnTo>
                    <a:lnTo>
                      <a:pt x="4729" y="3139"/>
                    </a:lnTo>
                    <a:cubicBezTo>
                      <a:pt x="4478" y="3139"/>
                      <a:pt x="4248" y="3055"/>
                      <a:pt x="4080" y="2867"/>
                    </a:cubicBezTo>
                    <a:lnTo>
                      <a:pt x="2783" y="1591"/>
                    </a:lnTo>
                    <a:lnTo>
                      <a:pt x="3223" y="1151"/>
                    </a:lnTo>
                    <a:lnTo>
                      <a:pt x="4520" y="2428"/>
                    </a:lnTo>
                    <a:cubicBezTo>
                      <a:pt x="4583" y="2491"/>
                      <a:pt x="4661" y="2522"/>
                      <a:pt x="4739" y="2522"/>
                    </a:cubicBezTo>
                    <a:cubicBezTo>
                      <a:pt x="4818" y="2522"/>
                      <a:pt x="4896" y="2491"/>
                      <a:pt x="4959" y="2428"/>
                    </a:cubicBezTo>
                    <a:cubicBezTo>
                      <a:pt x="5085" y="2302"/>
                      <a:pt x="5085" y="2114"/>
                      <a:pt x="4959" y="1988"/>
                    </a:cubicBezTo>
                    <a:lnTo>
                      <a:pt x="3264" y="273"/>
                    </a:lnTo>
                    <a:cubicBezTo>
                      <a:pt x="3076" y="105"/>
                      <a:pt x="2846" y="1"/>
                      <a:pt x="2595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60;p59"/>
              <p:cNvSpPr/>
              <p:nvPr/>
            </p:nvSpPr>
            <p:spPr>
              <a:xfrm>
                <a:off x="2738192" y="3540128"/>
                <a:ext cx="146963" cy="120529"/>
              </a:xfrm>
              <a:custGeom>
                <a:avLst/>
                <a:gdLst/>
                <a:ahLst/>
                <a:cxnLst/>
                <a:rect l="l" t="t" r="r" b="b"/>
                <a:pathLst>
                  <a:path w="3726" h="3056" extrusionOk="0">
                    <a:moveTo>
                      <a:pt x="775" y="1"/>
                    </a:moveTo>
                    <a:cubicBezTo>
                      <a:pt x="336" y="1"/>
                      <a:pt x="1" y="377"/>
                      <a:pt x="1" y="859"/>
                    </a:cubicBezTo>
                    <a:cubicBezTo>
                      <a:pt x="1" y="1152"/>
                      <a:pt x="126" y="1403"/>
                      <a:pt x="398" y="1717"/>
                    </a:cubicBezTo>
                    <a:cubicBezTo>
                      <a:pt x="566" y="1800"/>
                      <a:pt x="712" y="1905"/>
                      <a:pt x="838" y="2030"/>
                    </a:cubicBezTo>
                    <a:lnTo>
                      <a:pt x="1863" y="3056"/>
                    </a:lnTo>
                    <a:cubicBezTo>
                      <a:pt x="1989" y="2930"/>
                      <a:pt x="2114" y="2825"/>
                      <a:pt x="2240" y="2742"/>
                    </a:cubicBezTo>
                    <a:cubicBezTo>
                      <a:pt x="3139" y="1968"/>
                      <a:pt x="3704" y="1486"/>
                      <a:pt x="3725" y="921"/>
                    </a:cubicBezTo>
                    <a:cubicBezTo>
                      <a:pt x="3411" y="859"/>
                      <a:pt x="3139" y="712"/>
                      <a:pt x="2909" y="482"/>
                    </a:cubicBezTo>
                    <a:lnTo>
                      <a:pt x="2553" y="126"/>
                    </a:lnTo>
                    <a:cubicBezTo>
                      <a:pt x="2281" y="336"/>
                      <a:pt x="2177" y="712"/>
                      <a:pt x="2177" y="712"/>
                    </a:cubicBezTo>
                    <a:lnTo>
                      <a:pt x="1863" y="1800"/>
                    </a:lnTo>
                    <a:lnTo>
                      <a:pt x="1570" y="712"/>
                    </a:lnTo>
                    <a:cubicBezTo>
                      <a:pt x="1570" y="691"/>
                      <a:pt x="1361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561;p59"/>
              <p:cNvSpPr/>
              <p:nvPr/>
            </p:nvSpPr>
            <p:spPr>
              <a:xfrm>
                <a:off x="2616549" y="3394729"/>
                <a:ext cx="389734" cy="389734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35" extrusionOk="0">
                    <a:moveTo>
                      <a:pt x="6215" y="628"/>
                    </a:moveTo>
                    <a:lnTo>
                      <a:pt x="8726" y="2532"/>
                    </a:lnTo>
                    <a:lnTo>
                      <a:pt x="10086" y="2532"/>
                    </a:lnTo>
                    <a:lnTo>
                      <a:pt x="10086" y="4436"/>
                    </a:lnTo>
                    <a:lnTo>
                      <a:pt x="7512" y="4436"/>
                    </a:lnTo>
                    <a:cubicBezTo>
                      <a:pt x="7261" y="4436"/>
                      <a:pt x="7010" y="4332"/>
                      <a:pt x="6843" y="4143"/>
                    </a:cubicBezTo>
                    <a:lnTo>
                      <a:pt x="5148" y="2449"/>
                    </a:lnTo>
                    <a:cubicBezTo>
                      <a:pt x="5022" y="2323"/>
                      <a:pt x="5022" y="2135"/>
                      <a:pt x="5148" y="2009"/>
                    </a:cubicBezTo>
                    <a:cubicBezTo>
                      <a:pt x="5200" y="1946"/>
                      <a:pt x="5279" y="1915"/>
                      <a:pt x="5360" y="1915"/>
                    </a:cubicBezTo>
                    <a:cubicBezTo>
                      <a:pt x="5441" y="1915"/>
                      <a:pt x="5524" y="1946"/>
                      <a:pt x="5587" y="2009"/>
                    </a:cubicBezTo>
                    <a:lnTo>
                      <a:pt x="6864" y="3286"/>
                    </a:lnTo>
                    <a:lnTo>
                      <a:pt x="7303" y="2846"/>
                    </a:lnTo>
                    <a:lnTo>
                      <a:pt x="6027" y="1570"/>
                    </a:lnTo>
                    <a:cubicBezTo>
                      <a:pt x="5859" y="1382"/>
                      <a:pt x="5608" y="1277"/>
                      <a:pt x="5357" y="1277"/>
                    </a:cubicBezTo>
                    <a:lnTo>
                      <a:pt x="3160" y="1277"/>
                    </a:lnTo>
                    <a:lnTo>
                      <a:pt x="3160" y="942"/>
                    </a:lnTo>
                    <a:cubicBezTo>
                      <a:pt x="3160" y="775"/>
                      <a:pt x="3306" y="628"/>
                      <a:pt x="3474" y="628"/>
                    </a:cubicBezTo>
                    <a:close/>
                    <a:moveTo>
                      <a:pt x="4269" y="4123"/>
                    </a:moveTo>
                    <a:cubicBezTo>
                      <a:pt x="4855" y="4123"/>
                      <a:pt x="5043" y="4792"/>
                      <a:pt x="5064" y="4834"/>
                    </a:cubicBezTo>
                    <a:lnTo>
                      <a:pt x="5357" y="5922"/>
                    </a:lnTo>
                    <a:lnTo>
                      <a:pt x="5671" y="4834"/>
                    </a:lnTo>
                    <a:cubicBezTo>
                      <a:pt x="5671" y="4813"/>
                      <a:pt x="5775" y="4457"/>
                      <a:pt x="6047" y="4248"/>
                    </a:cubicBezTo>
                    <a:lnTo>
                      <a:pt x="6403" y="4604"/>
                    </a:lnTo>
                    <a:cubicBezTo>
                      <a:pt x="6633" y="4813"/>
                      <a:pt x="6905" y="4980"/>
                      <a:pt x="7219" y="5022"/>
                    </a:cubicBezTo>
                    <a:cubicBezTo>
                      <a:pt x="7198" y="5608"/>
                      <a:pt x="6633" y="6089"/>
                      <a:pt x="5734" y="6843"/>
                    </a:cubicBezTo>
                    <a:cubicBezTo>
                      <a:pt x="5608" y="6947"/>
                      <a:pt x="5483" y="7052"/>
                      <a:pt x="5357" y="7156"/>
                    </a:cubicBezTo>
                    <a:lnTo>
                      <a:pt x="4332" y="6152"/>
                    </a:lnTo>
                    <a:cubicBezTo>
                      <a:pt x="4206" y="6006"/>
                      <a:pt x="4060" y="5922"/>
                      <a:pt x="3892" y="5838"/>
                    </a:cubicBezTo>
                    <a:cubicBezTo>
                      <a:pt x="3620" y="5524"/>
                      <a:pt x="3495" y="5252"/>
                      <a:pt x="3495" y="4980"/>
                    </a:cubicBezTo>
                    <a:cubicBezTo>
                      <a:pt x="3495" y="4478"/>
                      <a:pt x="3830" y="4123"/>
                      <a:pt x="4269" y="4123"/>
                    </a:cubicBezTo>
                    <a:close/>
                    <a:moveTo>
                      <a:pt x="3223" y="6319"/>
                    </a:moveTo>
                    <a:cubicBezTo>
                      <a:pt x="3474" y="6319"/>
                      <a:pt x="3704" y="6403"/>
                      <a:pt x="3892" y="6591"/>
                    </a:cubicBezTo>
                    <a:lnTo>
                      <a:pt x="5587" y="8286"/>
                    </a:lnTo>
                    <a:cubicBezTo>
                      <a:pt x="5713" y="8412"/>
                      <a:pt x="5713" y="8621"/>
                      <a:pt x="5587" y="8747"/>
                    </a:cubicBezTo>
                    <a:cubicBezTo>
                      <a:pt x="5524" y="8799"/>
                      <a:pt x="5446" y="8825"/>
                      <a:pt x="5367" y="8825"/>
                    </a:cubicBezTo>
                    <a:cubicBezTo>
                      <a:pt x="5289" y="8825"/>
                      <a:pt x="5211" y="8799"/>
                      <a:pt x="5148" y="8747"/>
                    </a:cubicBezTo>
                    <a:lnTo>
                      <a:pt x="3851" y="7449"/>
                    </a:lnTo>
                    <a:lnTo>
                      <a:pt x="3411" y="7889"/>
                    </a:lnTo>
                    <a:lnTo>
                      <a:pt x="4708" y="9186"/>
                    </a:lnTo>
                    <a:cubicBezTo>
                      <a:pt x="4876" y="9353"/>
                      <a:pt x="5106" y="9458"/>
                      <a:pt x="5357" y="9458"/>
                    </a:cubicBezTo>
                    <a:lnTo>
                      <a:pt x="7575" y="9458"/>
                    </a:lnTo>
                    <a:lnTo>
                      <a:pt x="7575" y="9793"/>
                    </a:lnTo>
                    <a:cubicBezTo>
                      <a:pt x="7575" y="9960"/>
                      <a:pt x="7428" y="10107"/>
                      <a:pt x="7261" y="10107"/>
                    </a:cubicBezTo>
                    <a:lnTo>
                      <a:pt x="4499" y="10107"/>
                    </a:lnTo>
                    <a:lnTo>
                      <a:pt x="1988" y="8203"/>
                    </a:lnTo>
                    <a:lnTo>
                      <a:pt x="628" y="8203"/>
                    </a:lnTo>
                    <a:lnTo>
                      <a:pt x="628" y="6319"/>
                    </a:lnTo>
                    <a:close/>
                    <a:moveTo>
                      <a:pt x="3474" y="1"/>
                    </a:moveTo>
                    <a:cubicBezTo>
                      <a:pt x="2951" y="1"/>
                      <a:pt x="2532" y="440"/>
                      <a:pt x="2532" y="942"/>
                    </a:cubicBezTo>
                    <a:lnTo>
                      <a:pt x="2532" y="1905"/>
                    </a:lnTo>
                    <a:lnTo>
                      <a:pt x="4478" y="1905"/>
                    </a:lnTo>
                    <a:cubicBezTo>
                      <a:pt x="4353" y="2239"/>
                      <a:pt x="4436" y="2637"/>
                      <a:pt x="4687" y="2888"/>
                    </a:cubicBezTo>
                    <a:lnTo>
                      <a:pt x="5608" y="3788"/>
                    </a:lnTo>
                    <a:cubicBezTo>
                      <a:pt x="5503" y="3871"/>
                      <a:pt x="5420" y="3976"/>
                      <a:pt x="5357" y="4060"/>
                    </a:cubicBezTo>
                    <a:cubicBezTo>
                      <a:pt x="5085" y="3683"/>
                      <a:pt x="4708" y="3474"/>
                      <a:pt x="4269" y="3474"/>
                    </a:cubicBezTo>
                    <a:cubicBezTo>
                      <a:pt x="3871" y="3474"/>
                      <a:pt x="3516" y="3641"/>
                      <a:pt x="3265" y="3934"/>
                    </a:cubicBezTo>
                    <a:cubicBezTo>
                      <a:pt x="3014" y="4206"/>
                      <a:pt x="2867" y="4583"/>
                      <a:pt x="2867" y="4980"/>
                    </a:cubicBezTo>
                    <a:cubicBezTo>
                      <a:pt x="2867" y="5211"/>
                      <a:pt x="2930" y="5441"/>
                      <a:pt x="3034" y="5671"/>
                    </a:cubicBezTo>
                    <a:lnTo>
                      <a:pt x="1" y="5671"/>
                    </a:lnTo>
                    <a:lnTo>
                      <a:pt x="1" y="8830"/>
                    </a:lnTo>
                    <a:lnTo>
                      <a:pt x="1779" y="8830"/>
                    </a:lnTo>
                    <a:lnTo>
                      <a:pt x="4290" y="10734"/>
                    </a:lnTo>
                    <a:lnTo>
                      <a:pt x="7240" y="10734"/>
                    </a:lnTo>
                    <a:cubicBezTo>
                      <a:pt x="7763" y="10734"/>
                      <a:pt x="8182" y="10295"/>
                      <a:pt x="8182" y="9793"/>
                    </a:cubicBezTo>
                    <a:lnTo>
                      <a:pt x="8182" y="8830"/>
                    </a:lnTo>
                    <a:lnTo>
                      <a:pt x="6257" y="8830"/>
                    </a:lnTo>
                    <a:cubicBezTo>
                      <a:pt x="6361" y="8496"/>
                      <a:pt x="6299" y="8098"/>
                      <a:pt x="6027" y="7847"/>
                    </a:cubicBezTo>
                    <a:lnTo>
                      <a:pt x="5796" y="7617"/>
                    </a:lnTo>
                    <a:cubicBezTo>
                      <a:pt x="5922" y="7512"/>
                      <a:pt x="6027" y="7428"/>
                      <a:pt x="6131" y="7324"/>
                    </a:cubicBezTo>
                    <a:cubicBezTo>
                      <a:pt x="7094" y="6508"/>
                      <a:pt x="7805" y="5901"/>
                      <a:pt x="7847" y="5064"/>
                    </a:cubicBezTo>
                    <a:lnTo>
                      <a:pt x="10734" y="5064"/>
                    </a:lnTo>
                    <a:lnTo>
                      <a:pt x="10734" y="1905"/>
                    </a:lnTo>
                    <a:lnTo>
                      <a:pt x="8956" y="1905"/>
                    </a:lnTo>
                    <a:lnTo>
                      <a:pt x="64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9086" y="389520"/>
            <a:ext cx="8283534" cy="822900"/>
          </a:xfrm>
        </p:spPr>
        <p:txBody>
          <a:bodyPr/>
          <a:lstStyle/>
          <a:p>
            <a:pPr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Pricing</a:t>
            </a:r>
          </a:p>
        </p:txBody>
      </p:sp>
      <p:sp>
        <p:nvSpPr>
          <p:cNvPr id="7" name="Google Shape;618;p38"/>
          <p:cNvSpPr txBox="1">
            <a:spLocks noGrp="1"/>
          </p:cNvSpPr>
          <p:nvPr>
            <p:ph type="body" idx="1"/>
          </p:nvPr>
        </p:nvSpPr>
        <p:spPr>
          <a:xfrm>
            <a:off x="1671517" y="2140099"/>
            <a:ext cx="6595728" cy="2271666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 smtClean="0"/>
              <a:t>Subscription </a:t>
            </a:r>
            <a:r>
              <a:rPr lang="en-US" sz="1600" b="1" dirty="0"/>
              <a:t>Model for Healthcare Institutions (B2B</a:t>
            </a:r>
            <a:r>
              <a:rPr lang="en-US" sz="1600" b="1" dirty="0" smtClean="0"/>
              <a:t>)</a:t>
            </a:r>
            <a:endParaRPr lang="en-US" sz="1600" dirty="0"/>
          </a:p>
          <a:p>
            <a:pPr marL="127000" indent="0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Starter Plan – PKR 38000</a:t>
            </a:r>
          </a:p>
          <a:p>
            <a:pPr marL="127000" indent="0">
              <a:lnSpc>
                <a:spcPct val="150000"/>
              </a:lnSpc>
              <a:buNone/>
            </a:pPr>
            <a:r>
              <a:rPr lang="en-US" dirty="0" smtClean="0"/>
              <a:t>	Professional Plan – PKR 120000</a:t>
            </a:r>
          </a:p>
          <a:p>
            <a:pPr marL="127000" indent="0">
              <a:lnSpc>
                <a:spcPct val="150000"/>
              </a:lnSpc>
              <a:buNone/>
            </a:pPr>
            <a:r>
              <a:rPr lang="en-US" dirty="0" smtClean="0"/>
              <a:t>	Enterprise Plan – PKR 350000</a:t>
            </a:r>
            <a:endParaRPr lang="en-US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/>
              <a:t>Free Service for Donors (</a:t>
            </a:r>
            <a:r>
              <a:rPr lang="en-US" sz="1600" b="1" dirty="0" smtClean="0"/>
              <a:t>B2C)</a:t>
            </a:r>
            <a:endParaRPr lang="en-US" sz="1600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 smtClean="0"/>
              <a:t>CSR </a:t>
            </a:r>
            <a:r>
              <a:rPr lang="en-US" sz="1600" b="1" dirty="0"/>
              <a:t>sponsorship </a:t>
            </a:r>
            <a:r>
              <a:rPr lang="en-US" sz="1600" b="1" dirty="0" smtClean="0"/>
              <a:t>acquisition</a:t>
            </a:r>
            <a:endParaRPr lang="en-US" sz="1600" b="1" dirty="0"/>
          </a:p>
        </p:txBody>
      </p:sp>
      <p:grpSp>
        <p:nvGrpSpPr>
          <p:cNvPr id="8" name="Google Shape;620;p38"/>
          <p:cNvGrpSpPr/>
          <p:nvPr/>
        </p:nvGrpSpPr>
        <p:grpSpPr>
          <a:xfrm>
            <a:off x="335860" y="2569198"/>
            <a:ext cx="1130255" cy="1136752"/>
            <a:chOff x="1519695" y="2959150"/>
            <a:chExt cx="1130255" cy="1136752"/>
          </a:xfrm>
        </p:grpSpPr>
        <p:sp>
          <p:nvSpPr>
            <p:cNvPr id="9" name="Google Shape;621;p38"/>
            <p:cNvSpPr/>
            <p:nvPr/>
          </p:nvSpPr>
          <p:spPr>
            <a:xfrm>
              <a:off x="1519695" y="3991608"/>
              <a:ext cx="1032983" cy="104294"/>
            </a:xfrm>
            <a:custGeom>
              <a:avLst/>
              <a:gdLst/>
              <a:ahLst/>
              <a:cxnLst/>
              <a:rect l="l" t="t" r="r" b="b"/>
              <a:pathLst>
                <a:path w="118973" h="12012" extrusionOk="0">
                  <a:moveTo>
                    <a:pt x="101062" y="1"/>
                  </a:moveTo>
                  <a:lnTo>
                    <a:pt x="90307" y="1"/>
                  </a:lnTo>
                  <a:lnTo>
                    <a:pt x="77125" y="1"/>
                  </a:lnTo>
                  <a:lnTo>
                    <a:pt x="50887" y="1"/>
                  </a:lnTo>
                  <a:lnTo>
                    <a:pt x="39756" y="1"/>
                  </a:lnTo>
                  <a:lnTo>
                    <a:pt x="28624" y="1"/>
                  </a:lnTo>
                  <a:lnTo>
                    <a:pt x="4123" y="1"/>
                  </a:lnTo>
                  <a:lnTo>
                    <a:pt x="1" y="1"/>
                  </a:lnTo>
                  <a:lnTo>
                    <a:pt x="1" y="12011"/>
                  </a:lnTo>
                  <a:lnTo>
                    <a:pt x="118973" y="12011"/>
                  </a:lnTo>
                  <a:lnTo>
                    <a:pt x="118973" y="1"/>
                  </a:lnTo>
                  <a:lnTo>
                    <a:pt x="114851" y="1"/>
                  </a:lnTo>
                  <a:lnTo>
                    <a:pt x="1010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22;p38"/>
            <p:cNvSpPr/>
            <p:nvPr/>
          </p:nvSpPr>
          <p:spPr>
            <a:xfrm>
              <a:off x="1745700" y="3066116"/>
              <a:ext cx="253442" cy="253433"/>
            </a:xfrm>
            <a:custGeom>
              <a:avLst/>
              <a:gdLst/>
              <a:ahLst/>
              <a:cxnLst/>
              <a:rect l="l" t="t" r="r" b="b"/>
              <a:pathLst>
                <a:path w="29190" h="29189" extrusionOk="0">
                  <a:moveTo>
                    <a:pt x="29189" y="12576"/>
                  </a:moveTo>
                  <a:cubicBezTo>
                    <a:pt x="29189" y="5650"/>
                    <a:pt x="23540" y="0"/>
                    <a:pt x="16614" y="0"/>
                  </a:cubicBezTo>
                  <a:lnTo>
                    <a:pt x="12576" y="0"/>
                  </a:lnTo>
                  <a:cubicBezTo>
                    <a:pt x="5650" y="0"/>
                    <a:pt x="1" y="5650"/>
                    <a:pt x="1" y="12576"/>
                  </a:cubicBezTo>
                  <a:lnTo>
                    <a:pt x="1" y="17995"/>
                  </a:lnTo>
                  <a:lnTo>
                    <a:pt x="1" y="29189"/>
                  </a:lnTo>
                  <a:lnTo>
                    <a:pt x="12660" y="29189"/>
                  </a:lnTo>
                  <a:lnTo>
                    <a:pt x="29189" y="29189"/>
                  </a:lnTo>
                  <a:lnTo>
                    <a:pt x="29189" y="17995"/>
                  </a:lnTo>
                  <a:lnTo>
                    <a:pt x="29189" y="1257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623;p38"/>
            <p:cNvGrpSpPr/>
            <p:nvPr/>
          </p:nvGrpSpPr>
          <p:grpSpPr>
            <a:xfrm>
              <a:off x="1555486" y="3315781"/>
              <a:ext cx="633857" cy="579713"/>
              <a:chOff x="1555486" y="3315781"/>
              <a:chExt cx="633857" cy="579713"/>
            </a:xfrm>
          </p:grpSpPr>
          <p:sp>
            <p:nvSpPr>
              <p:cNvPr id="33" name="Google Shape;624;p38"/>
              <p:cNvSpPr/>
              <p:nvPr/>
            </p:nvSpPr>
            <p:spPr>
              <a:xfrm>
                <a:off x="1734950" y="3727100"/>
                <a:ext cx="110700" cy="16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25;p38"/>
              <p:cNvSpPr/>
              <p:nvPr/>
            </p:nvSpPr>
            <p:spPr>
              <a:xfrm>
                <a:off x="1555486" y="3315781"/>
                <a:ext cx="633857" cy="579713"/>
              </a:xfrm>
              <a:custGeom>
                <a:avLst/>
                <a:gdLst/>
                <a:ahLst/>
                <a:cxnLst/>
                <a:rect l="l" t="t" r="r" b="b"/>
                <a:pathLst>
                  <a:path w="73004" h="66768" extrusionOk="0">
                    <a:moveTo>
                      <a:pt x="51096" y="63"/>
                    </a:moveTo>
                    <a:lnTo>
                      <a:pt x="34567" y="63"/>
                    </a:lnTo>
                    <a:lnTo>
                      <a:pt x="21908" y="63"/>
                    </a:lnTo>
                    <a:lnTo>
                      <a:pt x="608" y="63"/>
                    </a:lnTo>
                    <a:cubicBezTo>
                      <a:pt x="398" y="63"/>
                      <a:pt x="210" y="42"/>
                      <a:pt x="1" y="21"/>
                    </a:cubicBezTo>
                    <a:lnTo>
                      <a:pt x="1" y="66767"/>
                    </a:lnTo>
                    <a:lnTo>
                      <a:pt x="24502" y="66767"/>
                    </a:lnTo>
                    <a:lnTo>
                      <a:pt x="24502" y="54297"/>
                    </a:lnTo>
                    <a:lnTo>
                      <a:pt x="35634" y="54297"/>
                    </a:lnTo>
                    <a:lnTo>
                      <a:pt x="46765" y="54297"/>
                    </a:lnTo>
                    <a:lnTo>
                      <a:pt x="46765" y="66767"/>
                    </a:lnTo>
                    <a:lnTo>
                      <a:pt x="73003" y="66767"/>
                    </a:lnTo>
                    <a:lnTo>
                      <a:pt x="73003" y="20924"/>
                    </a:lnTo>
                    <a:lnTo>
                      <a:pt x="73003" y="0"/>
                    </a:lnTo>
                    <a:cubicBezTo>
                      <a:pt x="72794" y="42"/>
                      <a:pt x="72606" y="63"/>
                      <a:pt x="72396" y="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626;p38"/>
            <p:cNvSpPr/>
            <p:nvPr/>
          </p:nvSpPr>
          <p:spPr>
            <a:xfrm>
              <a:off x="1877496" y="3042281"/>
              <a:ext cx="142254" cy="142254"/>
            </a:xfrm>
            <a:custGeom>
              <a:avLst/>
              <a:gdLst/>
              <a:ahLst/>
              <a:cxnLst/>
              <a:rect l="l" t="t" r="r" b="b"/>
              <a:pathLst>
                <a:path w="16384" h="16384" extrusionOk="0">
                  <a:moveTo>
                    <a:pt x="8202" y="0"/>
                  </a:moveTo>
                  <a:cubicBezTo>
                    <a:pt x="6863" y="0"/>
                    <a:pt x="5775" y="1088"/>
                    <a:pt x="5775" y="2427"/>
                  </a:cubicBezTo>
                  <a:lnTo>
                    <a:pt x="5775" y="5775"/>
                  </a:lnTo>
                  <a:lnTo>
                    <a:pt x="2428" y="5775"/>
                  </a:lnTo>
                  <a:cubicBezTo>
                    <a:pt x="1088" y="5775"/>
                    <a:pt x="0" y="6842"/>
                    <a:pt x="0" y="8181"/>
                  </a:cubicBezTo>
                  <a:cubicBezTo>
                    <a:pt x="0" y="9520"/>
                    <a:pt x="1088" y="10608"/>
                    <a:pt x="2428" y="10608"/>
                  </a:cubicBezTo>
                  <a:lnTo>
                    <a:pt x="5775" y="10608"/>
                  </a:lnTo>
                  <a:lnTo>
                    <a:pt x="5775" y="13956"/>
                  </a:lnTo>
                  <a:cubicBezTo>
                    <a:pt x="5775" y="15295"/>
                    <a:pt x="6863" y="16383"/>
                    <a:pt x="8202" y="16383"/>
                  </a:cubicBezTo>
                  <a:cubicBezTo>
                    <a:pt x="9521" y="16383"/>
                    <a:pt x="10609" y="15295"/>
                    <a:pt x="10609" y="13956"/>
                  </a:cubicBezTo>
                  <a:lnTo>
                    <a:pt x="10609" y="10608"/>
                  </a:lnTo>
                  <a:lnTo>
                    <a:pt x="13956" y="10608"/>
                  </a:lnTo>
                  <a:cubicBezTo>
                    <a:pt x="15296" y="10608"/>
                    <a:pt x="16384" y="9520"/>
                    <a:pt x="16384" y="8181"/>
                  </a:cubicBezTo>
                  <a:cubicBezTo>
                    <a:pt x="16384" y="6842"/>
                    <a:pt x="15296" y="5775"/>
                    <a:pt x="13956" y="5775"/>
                  </a:cubicBezTo>
                  <a:lnTo>
                    <a:pt x="10609" y="5775"/>
                  </a:lnTo>
                  <a:lnTo>
                    <a:pt x="10609" y="2427"/>
                  </a:lnTo>
                  <a:cubicBezTo>
                    <a:pt x="10609" y="1088"/>
                    <a:pt x="9521" y="0"/>
                    <a:pt x="82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627;p38"/>
            <p:cNvGrpSpPr/>
            <p:nvPr/>
          </p:nvGrpSpPr>
          <p:grpSpPr>
            <a:xfrm>
              <a:off x="1725799" y="3313697"/>
              <a:ext cx="445652" cy="311224"/>
              <a:chOff x="1649599" y="3389897"/>
              <a:chExt cx="445652" cy="311224"/>
            </a:xfrm>
          </p:grpSpPr>
          <p:sp>
            <p:nvSpPr>
              <p:cNvPr id="21" name="Google Shape;628;p38"/>
              <p:cNvSpPr/>
              <p:nvPr/>
            </p:nvSpPr>
            <p:spPr>
              <a:xfrm>
                <a:off x="1649599" y="3389897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7" y="1"/>
                    </a:moveTo>
                    <a:cubicBezTo>
                      <a:pt x="1088" y="1"/>
                      <a:pt x="0" y="1068"/>
                      <a:pt x="0" y="2407"/>
                    </a:cubicBezTo>
                    <a:lnTo>
                      <a:pt x="0" y="5546"/>
                    </a:lnTo>
                    <a:cubicBezTo>
                      <a:pt x="0" y="6885"/>
                      <a:pt x="1088" y="7973"/>
                      <a:pt x="2427" y="7973"/>
                    </a:cubicBezTo>
                    <a:cubicBezTo>
                      <a:pt x="3766" y="7973"/>
                      <a:pt x="4834" y="6885"/>
                      <a:pt x="4834" y="5546"/>
                    </a:cubicBezTo>
                    <a:lnTo>
                      <a:pt x="4834" y="2407"/>
                    </a:lnTo>
                    <a:cubicBezTo>
                      <a:pt x="4834" y="1068"/>
                      <a:pt x="3766" y="1"/>
                      <a:pt x="24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629;p38"/>
              <p:cNvSpPr/>
              <p:nvPr/>
            </p:nvSpPr>
            <p:spPr>
              <a:xfrm>
                <a:off x="1784217" y="3389897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07" y="1"/>
                    </a:moveTo>
                    <a:cubicBezTo>
                      <a:pt x="1068" y="1"/>
                      <a:pt x="1" y="1068"/>
                      <a:pt x="1" y="2407"/>
                    </a:cubicBezTo>
                    <a:lnTo>
                      <a:pt x="1" y="5546"/>
                    </a:lnTo>
                    <a:cubicBezTo>
                      <a:pt x="1" y="6885"/>
                      <a:pt x="1068" y="7973"/>
                      <a:pt x="2407" y="7973"/>
                    </a:cubicBezTo>
                    <a:cubicBezTo>
                      <a:pt x="3746" y="7973"/>
                      <a:pt x="4834" y="6885"/>
                      <a:pt x="4834" y="5546"/>
                    </a:cubicBezTo>
                    <a:lnTo>
                      <a:pt x="4834" y="2407"/>
                    </a:lnTo>
                    <a:cubicBezTo>
                      <a:pt x="4834" y="1068"/>
                      <a:pt x="3746" y="1"/>
                      <a:pt x="24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630;p38"/>
              <p:cNvSpPr/>
              <p:nvPr/>
            </p:nvSpPr>
            <p:spPr>
              <a:xfrm>
                <a:off x="1918662" y="3389897"/>
                <a:ext cx="42154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7973" extrusionOk="0">
                    <a:moveTo>
                      <a:pt x="2427" y="1"/>
                    </a:moveTo>
                    <a:cubicBezTo>
                      <a:pt x="1088" y="1"/>
                      <a:pt x="0" y="1068"/>
                      <a:pt x="0" y="2407"/>
                    </a:cubicBezTo>
                    <a:lnTo>
                      <a:pt x="0" y="5546"/>
                    </a:lnTo>
                    <a:cubicBezTo>
                      <a:pt x="0" y="6885"/>
                      <a:pt x="1088" y="7973"/>
                      <a:pt x="2427" y="7973"/>
                    </a:cubicBezTo>
                    <a:cubicBezTo>
                      <a:pt x="3766" y="7973"/>
                      <a:pt x="4854" y="6885"/>
                      <a:pt x="4854" y="5546"/>
                    </a:cubicBezTo>
                    <a:lnTo>
                      <a:pt x="4854" y="2407"/>
                    </a:lnTo>
                    <a:cubicBezTo>
                      <a:pt x="4854" y="1068"/>
                      <a:pt x="3766" y="1"/>
                      <a:pt x="24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31;p38"/>
              <p:cNvSpPr/>
              <p:nvPr/>
            </p:nvSpPr>
            <p:spPr>
              <a:xfrm>
                <a:off x="2053280" y="3389897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1"/>
                    </a:moveTo>
                    <a:cubicBezTo>
                      <a:pt x="1089" y="1"/>
                      <a:pt x="0" y="1068"/>
                      <a:pt x="0" y="2407"/>
                    </a:cubicBezTo>
                    <a:lnTo>
                      <a:pt x="0" y="5546"/>
                    </a:lnTo>
                    <a:cubicBezTo>
                      <a:pt x="0" y="6885"/>
                      <a:pt x="1089" y="7973"/>
                      <a:pt x="2428" y="7973"/>
                    </a:cubicBezTo>
                    <a:cubicBezTo>
                      <a:pt x="3767" y="7973"/>
                      <a:pt x="4834" y="6885"/>
                      <a:pt x="4834" y="5546"/>
                    </a:cubicBezTo>
                    <a:lnTo>
                      <a:pt x="4834" y="2407"/>
                    </a:lnTo>
                    <a:cubicBezTo>
                      <a:pt x="4834" y="1068"/>
                      <a:pt x="3767" y="1"/>
                      <a:pt x="24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632;p38"/>
              <p:cNvSpPr/>
              <p:nvPr/>
            </p:nvSpPr>
            <p:spPr>
              <a:xfrm>
                <a:off x="1649599" y="3510901"/>
                <a:ext cx="41971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2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06"/>
                    </a:cubicBezTo>
                    <a:lnTo>
                      <a:pt x="0" y="5545"/>
                    </a:lnTo>
                    <a:cubicBezTo>
                      <a:pt x="0" y="6884"/>
                      <a:pt x="1088" y="7972"/>
                      <a:pt x="2427" y="7972"/>
                    </a:cubicBezTo>
                    <a:cubicBezTo>
                      <a:pt x="3766" y="7972"/>
                      <a:pt x="4834" y="6884"/>
                      <a:pt x="4834" y="5545"/>
                    </a:cubicBezTo>
                    <a:lnTo>
                      <a:pt x="4834" y="2406"/>
                    </a:lnTo>
                    <a:cubicBezTo>
                      <a:pt x="483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633;p38"/>
              <p:cNvSpPr/>
              <p:nvPr/>
            </p:nvSpPr>
            <p:spPr>
              <a:xfrm>
                <a:off x="1784217" y="3510901"/>
                <a:ext cx="41971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2" extrusionOk="0">
                    <a:moveTo>
                      <a:pt x="2407" y="0"/>
                    </a:moveTo>
                    <a:cubicBezTo>
                      <a:pt x="1068" y="0"/>
                      <a:pt x="1" y="1088"/>
                      <a:pt x="1" y="2406"/>
                    </a:cubicBezTo>
                    <a:lnTo>
                      <a:pt x="1" y="5545"/>
                    </a:lnTo>
                    <a:cubicBezTo>
                      <a:pt x="1" y="6884"/>
                      <a:pt x="1068" y="7972"/>
                      <a:pt x="2407" y="7972"/>
                    </a:cubicBezTo>
                    <a:cubicBezTo>
                      <a:pt x="3746" y="7972"/>
                      <a:pt x="4834" y="6884"/>
                      <a:pt x="4834" y="5545"/>
                    </a:cubicBezTo>
                    <a:lnTo>
                      <a:pt x="4834" y="2406"/>
                    </a:lnTo>
                    <a:cubicBezTo>
                      <a:pt x="4834" y="1088"/>
                      <a:pt x="3746" y="0"/>
                      <a:pt x="240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34;p38"/>
              <p:cNvSpPr/>
              <p:nvPr/>
            </p:nvSpPr>
            <p:spPr>
              <a:xfrm>
                <a:off x="1918662" y="3510901"/>
                <a:ext cx="42154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7972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06"/>
                    </a:cubicBezTo>
                    <a:lnTo>
                      <a:pt x="0" y="5545"/>
                    </a:lnTo>
                    <a:cubicBezTo>
                      <a:pt x="0" y="6884"/>
                      <a:pt x="1088" y="7972"/>
                      <a:pt x="2427" y="7972"/>
                    </a:cubicBezTo>
                    <a:cubicBezTo>
                      <a:pt x="3766" y="7972"/>
                      <a:pt x="4854" y="6884"/>
                      <a:pt x="4854" y="5545"/>
                    </a:cubicBezTo>
                    <a:lnTo>
                      <a:pt x="4854" y="2406"/>
                    </a:lnTo>
                    <a:cubicBezTo>
                      <a:pt x="485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35;p38"/>
              <p:cNvSpPr/>
              <p:nvPr/>
            </p:nvSpPr>
            <p:spPr>
              <a:xfrm>
                <a:off x="2053280" y="3510901"/>
                <a:ext cx="41971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2" extrusionOk="0">
                    <a:moveTo>
                      <a:pt x="2428" y="0"/>
                    </a:moveTo>
                    <a:cubicBezTo>
                      <a:pt x="1089" y="0"/>
                      <a:pt x="0" y="1088"/>
                      <a:pt x="0" y="2406"/>
                    </a:cubicBezTo>
                    <a:lnTo>
                      <a:pt x="0" y="5545"/>
                    </a:lnTo>
                    <a:cubicBezTo>
                      <a:pt x="0" y="6884"/>
                      <a:pt x="1089" y="7972"/>
                      <a:pt x="2428" y="7972"/>
                    </a:cubicBezTo>
                    <a:cubicBezTo>
                      <a:pt x="3767" y="7972"/>
                      <a:pt x="4834" y="6884"/>
                      <a:pt x="4834" y="5545"/>
                    </a:cubicBezTo>
                    <a:lnTo>
                      <a:pt x="4834" y="2406"/>
                    </a:lnTo>
                    <a:cubicBezTo>
                      <a:pt x="4834" y="108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36;p38"/>
              <p:cNvSpPr/>
              <p:nvPr/>
            </p:nvSpPr>
            <p:spPr>
              <a:xfrm>
                <a:off x="1649599" y="3631896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27"/>
                    </a:cubicBezTo>
                    <a:lnTo>
                      <a:pt x="0" y="5566"/>
                    </a:lnTo>
                    <a:cubicBezTo>
                      <a:pt x="0" y="6905"/>
                      <a:pt x="1088" y="7972"/>
                      <a:pt x="2427" y="7972"/>
                    </a:cubicBezTo>
                    <a:cubicBezTo>
                      <a:pt x="3766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37;p38"/>
              <p:cNvSpPr/>
              <p:nvPr/>
            </p:nvSpPr>
            <p:spPr>
              <a:xfrm>
                <a:off x="1784217" y="3631896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07" y="0"/>
                    </a:moveTo>
                    <a:cubicBezTo>
                      <a:pt x="1068" y="0"/>
                      <a:pt x="1" y="1088"/>
                      <a:pt x="1" y="2427"/>
                    </a:cubicBezTo>
                    <a:lnTo>
                      <a:pt x="1" y="5566"/>
                    </a:lnTo>
                    <a:cubicBezTo>
                      <a:pt x="1" y="6905"/>
                      <a:pt x="1068" y="7972"/>
                      <a:pt x="2407" y="7972"/>
                    </a:cubicBezTo>
                    <a:cubicBezTo>
                      <a:pt x="3746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46" y="0"/>
                      <a:pt x="240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38;p38"/>
              <p:cNvSpPr/>
              <p:nvPr/>
            </p:nvSpPr>
            <p:spPr>
              <a:xfrm>
                <a:off x="1918662" y="3631896"/>
                <a:ext cx="42154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7973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27"/>
                    </a:cubicBezTo>
                    <a:lnTo>
                      <a:pt x="0" y="5566"/>
                    </a:lnTo>
                    <a:cubicBezTo>
                      <a:pt x="0" y="6905"/>
                      <a:pt x="1088" y="7972"/>
                      <a:pt x="2427" y="7972"/>
                    </a:cubicBezTo>
                    <a:cubicBezTo>
                      <a:pt x="3766" y="7972"/>
                      <a:pt x="4854" y="6905"/>
                      <a:pt x="4854" y="5566"/>
                    </a:cubicBezTo>
                    <a:lnTo>
                      <a:pt x="4854" y="2427"/>
                    </a:lnTo>
                    <a:cubicBezTo>
                      <a:pt x="485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639;p38"/>
              <p:cNvSpPr/>
              <p:nvPr/>
            </p:nvSpPr>
            <p:spPr>
              <a:xfrm>
                <a:off x="2053280" y="3631896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0"/>
                    </a:moveTo>
                    <a:cubicBezTo>
                      <a:pt x="1089" y="0"/>
                      <a:pt x="0" y="1088"/>
                      <a:pt x="0" y="2427"/>
                    </a:cubicBezTo>
                    <a:lnTo>
                      <a:pt x="0" y="5566"/>
                    </a:lnTo>
                    <a:cubicBezTo>
                      <a:pt x="0" y="6905"/>
                      <a:pt x="1089" y="7972"/>
                      <a:pt x="2428" y="7972"/>
                    </a:cubicBezTo>
                    <a:cubicBezTo>
                      <a:pt x="3767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640;p38"/>
            <p:cNvGrpSpPr/>
            <p:nvPr/>
          </p:nvGrpSpPr>
          <p:grpSpPr>
            <a:xfrm>
              <a:off x="2340950" y="3510094"/>
              <a:ext cx="176598" cy="190403"/>
              <a:chOff x="2264750" y="3586294"/>
              <a:chExt cx="176598" cy="190403"/>
            </a:xfrm>
          </p:grpSpPr>
          <p:sp>
            <p:nvSpPr>
              <p:cNvPr id="17" name="Google Shape;641;p38"/>
              <p:cNvSpPr/>
              <p:nvPr/>
            </p:nvSpPr>
            <p:spPr>
              <a:xfrm>
                <a:off x="2264750" y="3586294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0"/>
                    </a:moveTo>
                    <a:cubicBezTo>
                      <a:pt x="1089" y="0"/>
                      <a:pt x="1" y="1088"/>
                      <a:pt x="1" y="2427"/>
                    </a:cubicBezTo>
                    <a:lnTo>
                      <a:pt x="1" y="5566"/>
                    </a:lnTo>
                    <a:cubicBezTo>
                      <a:pt x="1" y="6905"/>
                      <a:pt x="1089" y="7972"/>
                      <a:pt x="2428" y="7972"/>
                    </a:cubicBezTo>
                    <a:cubicBezTo>
                      <a:pt x="3767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42;p38"/>
              <p:cNvSpPr/>
              <p:nvPr/>
            </p:nvSpPr>
            <p:spPr>
              <a:xfrm>
                <a:off x="2399368" y="3586294"/>
                <a:ext cx="41980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7973" extrusionOk="0">
                    <a:moveTo>
                      <a:pt x="2428" y="0"/>
                    </a:moveTo>
                    <a:cubicBezTo>
                      <a:pt x="1089" y="0"/>
                      <a:pt x="1" y="1088"/>
                      <a:pt x="1" y="2427"/>
                    </a:cubicBezTo>
                    <a:lnTo>
                      <a:pt x="1" y="5566"/>
                    </a:lnTo>
                    <a:cubicBezTo>
                      <a:pt x="1" y="6905"/>
                      <a:pt x="1089" y="7972"/>
                      <a:pt x="2428" y="7972"/>
                    </a:cubicBezTo>
                    <a:cubicBezTo>
                      <a:pt x="3746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46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43;p38"/>
              <p:cNvSpPr/>
              <p:nvPr/>
            </p:nvSpPr>
            <p:spPr>
              <a:xfrm>
                <a:off x="2264750" y="3707471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0"/>
                    </a:moveTo>
                    <a:cubicBezTo>
                      <a:pt x="1089" y="0"/>
                      <a:pt x="1" y="1068"/>
                      <a:pt x="1" y="2407"/>
                    </a:cubicBezTo>
                    <a:lnTo>
                      <a:pt x="1" y="5545"/>
                    </a:lnTo>
                    <a:cubicBezTo>
                      <a:pt x="1" y="6884"/>
                      <a:pt x="1089" y="7972"/>
                      <a:pt x="2428" y="7972"/>
                    </a:cubicBezTo>
                    <a:cubicBezTo>
                      <a:pt x="3767" y="7972"/>
                      <a:pt x="4834" y="6884"/>
                      <a:pt x="4834" y="5545"/>
                    </a:cubicBezTo>
                    <a:lnTo>
                      <a:pt x="4834" y="2407"/>
                    </a:lnTo>
                    <a:cubicBezTo>
                      <a:pt x="4834" y="106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44;p38"/>
              <p:cNvSpPr/>
              <p:nvPr/>
            </p:nvSpPr>
            <p:spPr>
              <a:xfrm>
                <a:off x="2399368" y="3707471"/>
                <a:ext cx="41980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7973" extrusionOk="0">
                    <a:moveTo>
                      <a:pt x="2428" y="0"/>
                    </a:moveTo>
                    <a:cubicBezTo>
                      <a:pt x="1089" y="0"/>
                      <a:pt x="1" y="1068"/>
                      <a:pt x="1" y="2407"/>
                    </a:cubicBezTo>
                    <a:lnTo>
                      <a:pt x="1" y="5545"/>
                    </a:lnTo>
                    <a:cubicBezTo>
                      <a:pt x="1" y="6884"/>
                      <a:pt x="1089" y="7972"/>
                      <a:pt x="2428" y="7972"/>
                    </a:cubicBezTo>
                    <a:cubicBezTo>
                      <a:pt x="3746" y="7972"/>
                      <a:pt x="4834" y="6884"/>
                      <a:pt x="4834" y="5545"/>
                    </a:cubicBezTo>
                    <a:lnTo>
                      <a:pt x="4834" y="2407"/>
                    </a:lnTo>
                    <a:cubicBezTo>
                      <a:pt x="4834" y="1068"/>
                      <a:pt x="3746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645;p38"/>
            <p:cNvSpPr/>
            <p:nvPr/>
          </p:nvSpPr>
          <p:spPr>
            <a:xfrm>
              <a:off x="1845495" y="3706075"/>
              <a:ext cx="193140" cy="204386"/>
            </a:xfrm>
            <a:custGeom>
              <a:avLst/>
              <a:gdLst/>
              <a:ahLst/>
              <a:cxnLst/>
              <a:rect l="l" t="t" r="r" b="b"/>
              <a:pathLst>
                <a:path w="11132" h="23540" extrusionOk="0">
                  <a:moveTo>
                    <a:pt x="11132" y="12450"/>
                  </a:moveTo>
                  <a:lnTo>
                    <a:pt x="11132" y="1"/>
                  </a:lnTo>
                  <a:lnTo>
                    <a:pt x="1" y="1"/>
                  </a:lnTo>
                  <a:lnTo>
                    <a:pt x="1" y="23540"/>
                  </a:lnTo>
                  <a:lnTo>
                    <a:pt x="11132" y="23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46;p38"/>
            <p:cNvSpPr/>
            <p:nvPr/>
          </p:nvSpPr>
          <p:spPr>
            <a:xfrm>
              <a:off x="1574822" y="2959150"/>
              <a:ext cx="1075128" cy="1075128"/>
            </a:xfrm>
            <a:custGeom>
              <a:avLst/>
              <a:gdLst/>
              <a:ahLst/>
              <a:cxnLst/>
              <a:rect l="l" t="t" r="r" b="b"/>
              <a:pathLst>
                <a:path w="123827" h="123827" extrusionOk="0">
                  <a:moveTo>
                    <a:pt x="26051" y="22828"/>
                  </a:moveTo>
                  <a:lnTo>
                    <a:pt x="26051" y="29189"/>
                  </a:lnTo>
                  <a:lnTo>
                    <a:pt x="7157" y="29189"/>
                  </a:lnTo>
                  <a:cubicBezTo>
                    <a:pt x="6382" y="29189"/>
                    <a:pt x="5734" y="28540"/>
                    <a:pt x="5734" y="27766"/>
                  </a:cubicBezTo>
                  <a:lnTo>
                    <a:pt x="5734" y="24272"/>
                  </a:lnTo>
                  <a:cubicBezTo>
                    <a:pt x="5734" y="23497"/>
                    <a:pt x="6382" y="22828"/>
                    <a:pt x="7157" y="22828"/>
                  </a:cubicBezTo>
                  <a:close/>
                  <a:moveTo>
                    <a:pt x="45070" y="4834"/>
                  </a:moveTo>
                  <a:cubicBezTo>
                    <a:pt x="50678" y="4834"/>
                    <a:pt x="55239" y="9395"/>
                    <a:pt x="55239" y="15003"/>
                  </a:cubicBezTo>
                  <a:lnTo>
                    <a:pt x="55239" y="29189"/>
                  </a:lnTo>
                  <a:lnTo>
                    <a:pt x="30884" y="29189"/>
                  </a:lnTo>
                  <a:lnTo>
                    <a:pt x="30884" y="15003"/>
                  </a:lnTo>
                  <a:cubicBezTo>
                    <a:pt x="30884" y="9395"/>
                    <a:pt x="35445" y="4834"/>
                    <a:pt x="41032" y="4834"/>
                  </a:cubicBezTo>
                  <a:close/>
                  <a:moveTo>
                    <a:pt x="78945" y="22828"/>
                  </a:moveTo>
                  <a:cubicBezTo>
                    <a:pt x="79720" y="22828"/>
                    <a:pt x="80368" y="23497"/>
                    <a:pt x="80368" y="24272"/>
                  </a:cubicBezTo>
                  <a:lnTo>
                    <a:pt x="80368" y="27766"/>
                  </a:lnTo>
                  <a:cubicBezTo>
                    <a:pt x="80368" y="28540"/>
                    <a:pt x="79720" y="29189"/>
                    <a:pt x="78945" y="29189"/>
                  </a:cubicBezTo>
                  <a:lnTo>
                    <a:pt x="60072" y="29189"/>
                  </a:lnTo>
                  <a:lnTo>
                    <a:pt x="60072" y="22828"/>
                  </a:lnTo>
                  <a:close/>
                  <a:moveTo>
                    <a:pt x="77125" y="34043"/>
                  </a:moveTo>
                  <a:lnTo>
                    <a:pt x="77125" y="95893"/>
                  </a:lnTo>
                  <a:lnTo>
                    <a:pt x="55741" y="95893"/>
                  </a:lnTo>
                  <a:lnTo>
                    <a:pt x="55741" y="88277"/>
                  </a:lnTo>
                  <a:lnTo>
                    <a:pt x="59759" y="88277"/>
                  </a:lnTo>
                  <a:cubicBezTo>
                    <a:pt x="61098" y="88277"/>
                    <a:pt x="62186" y="87189"/>
                    <a:pt x="62186" y="85850"/>
                  </a:cubicBezTo>
                  <a:cubicBezTo>
                    <a:pt x="62186" y="84511"/>
                    <a:pt x="61098" y="83444"/>
                    <a:pt x="59759" y="83444"/>
                  </a:cubicBezTo>
                  <a:lnTo>
                    <a:pt x="24607" y="83444"/>
                  </a:lnTo>
                  <a:cubicBezTo>
                    <a:pt x="23268" y="83444"/>
                    <a:pt x="22180" y="84511"/>
                    <a:pt x="22180" y="85850"/>
                  </a:cubicBezTo>
                  <a:cubicBezTo>
                    <a:pt x="22180" y="87189"/>
                    <a:pt x="23268" y="88277"/>
                    <a:pt x="24607" y="88277"/>
                  </a:cubicBezTo>
                  <a:lnTo>
                    <a:pt x="28624" y="88277"/>
                  </a:lnTo>
                  <a:lnTo>
                    <a:pt x="28624" y="95893"/>
                  </a:lnTo>
                  <a:lnTo>
                    <a:pt x="8977" y="95893"/>
                  </a:lnTo>
                  <a:lnTo>
                    <a:pt x="8977" y="34043"/>
                  </a:lnTo>
                  <a:close/>
                  <a:moveTo>
                    <a:pt x="28624" y="100727"/>
                  </a:moveTo>
                  <a:lnTo>
                    <a:pt x="28624" y="106962"/>
                  </a:lnTo>
                  <a:lnTo>
                    <a:pt x="8977" y="106962"/>
                  </a:lnTo>
                  <a:lnTo>
                    <a:pt x="8977" y="100727"/>
                  </a:lnTo>
                  <a:close/>
                  <a:moveTo>
                    <a:pt x="39756" y="88277"/>
                  </a:moveTo>
                  <a:lnTo>
                    <a:pt x="39756" y="106962"/>
                  </a:lnTo>
                  <a:lnTo>
                    <a:pt x="33478" y="106962"/>
                  </a:lnTo>
                  <a:lnTo>
                    <a:pt x="33478" y="88277"/>
                  </a:lnTo>
                  <a:close/>
                  <a:moveTo>
                    <a:pt x="50908" y="88277"/>
                  </a:moveTo>
                  <a:lnTo>
                    <a:pt x="50908" y="106962"/>
                  </a:lnTo>
                  <a:lnTo>
                    <a:pt x="44610" y="106962"/>
                  </a:lnTo>
                  <a:lnTo>
                    <a:pt x="44610" y="88277"/>
                  </a:lnTo>
                  <a:close/>
                  <a:moveTo>
                    <a:pt x="77125" y="100727"/>
                  </a:moveTo>
                  <a:lnTo>
                    <a:pt x="77125" y="106962"/>
                  </a:lnTo>
                  <a:lnTo>
                    <a:pt x="55741" y="106962"/>
                  </a:lnTo>
                  <a:lnTo>
                    <a:pt x="55741" y="100727"/>
                  </a:lnTo>
                  <a:close/>
                  <a:moveTo>
                    <a:pt x="101083" y="96395"/>
                  </a:moveTo>
                  <a:lnTo>
                    <a:pt x="101083" y="106962"/>
                  </a:lnTo>
                  <a:lnTo>
                    <a:pt x="95161" y="106962"/>
                  </a:lnTo>
                  <a:lnTo>
                    <a:pt x="95161" y="96395"/>
                  </a:lnTo>
                  <a:close/>
                  <a:moveTo>
                    <a:pt x="114788" y="54883"/>
                  </a:moveTo>
                  <a:cubicBezTo>
                    <a:pt x="114809" y="54883"/>
                    <a:pt x="114850" y="54925"/>
                    <a:pt x="114850" y="54946"/>
                  </a:cubicBezTo>
                  <a:lnTo>
                    <a:pt x="114850" y="106962"/>
                  </a:lnTo>
                  <a:lnTo>
                    <a:pt x="105916" y="106962"/>
                  </a:lnTo>
                  <a:lnTo>
                    <a:pt x="105916" y="96395"/>
                  </a:lnTo>
                  <a:lnTo>
                    <a:pt x="106920" y="96395"/>
                  </a:lnTo>
                  <a:cubicBezTo>
                    <a:pt x="108259" y="96395"/>
                    <a:pt x="109327" y="95307"/>
                    <a:pt x="109327" y="93968"/>
                  </a:cubicBezTo>
                  <a:cubicBezTo>
                    <a:pt x="109327" y="92629"/>
                    <a:pt x="108259" y="91541"/>
                    <a:pt x="106920" y="91541"/>
                  </a:cubicBezTo>
                  <a:lnTo>
                    <a:pt x="89324" y="91541"/>
                  </a:lnTo>
                  <a:cubicBezTo>
                    <a:pt x="87984" y="91541"/>
                    <a:pt x="86896" y="92629"/>
                    <a:pt x="86896" y="93968"/>
                  </a:cubicBezTo>
                  <a:cubicBezTo>
                    <a:pt x="86896" y="95307"/>
                    <a:pt x="87984" y="96395"/>
                    <a:pt x="89324" y="96395"/>
                  </a:cubicBezTo>
                  <a:lnTo>
                    <a:pt x="90328" y="96395"/>
                  </a:lnTo>
                  <a:lnTo>
                    <a:pt x="90328" y="106962"/>
                  </a:lnTo>
                  <a:lnTo>
                    <a:pt x="81958" y="106962"/>
                  </a:lnTo>
                  <a:lnTo>
                    <a:pt x="81958" y="54883"/>
                  </a:lnTo>
                  <a:close/>
                  <a:moveTo>
                    <a:pt x="118993" y="111795"/>
                  </a:moveTo>
                  <a:lnTo>
                    <a:pt x="118993" y="118993"/>
                  </a:lnTo>
                  <a:lnTo>
                    <a:pt x="4834" y="118993"/>
                  </a:lnTo>
                  <a:lnTo>
                    <a:pt x="4834" y="111795"/>
                  </a:lnTo>
                  <a:close/>
                  <a:moveTo>
                    <a:pt x="41053" y="0"/>
                  </a:moveTo>
                  <a:cubicBezTo>
                    <a:pt x="32767" y="0"/>
                    <a:pt x="26051" y="6738"/>
                    <a:pt x="26051" y="15003"/>
                  </a:cubicBezTo>
                  <a:lnTo>
                    <a:pt x="26051" y="17995"/>
                  </a:lnTo>
                  <a:lnTo>
                    <a:pt x="7157" y="17995"/>
                  </a:lnTo>
                  <a:cubicBezTo>
                    <a:pt x="3704" y="17995"/>
                    <a:pt x="900" y="20819"/>
                    <a:pt x="900" y="24272"/>
                  </a:cubicBezTo>
                  <a:lnTo>
                    <a:pt x="900" y="27766"/>
                  </a:lnTo>
                  <a:cubicBezTo>
                    <a:pt x="900" y="30130"/>
                    <a:pt x="2219" y="32181"/>
                    <a:pt x="4144" y="33248"/>
                  </a:cubicBezTo>
                  <a:lnTo>
                    <a:pt x="4144" y="106962"/>
                  </a:lnTo>
                  <a:lnTo>
                    <a:pt x="2428" y="106962"/>
                  </a:lnTo>
                  <a:cubicBezTo>
                    <a:pt x="1089" y="106962"/>
                    <a:pt x="1" y="108050"/>
                    <a:pt x="1" y="109389"/>
                  </a:cubicBezTo>
                  <a:lnTo>
                    <a:pt x="1" y="121420"/>
                  </a:lnTo>
                  <a:cubicBezTo>
                    <a:pt x="1" y="122738"/>
                    <a:pt x="1089" y="123826"/>
                    <a:pt x="2428" y="123826"/>
                  </a:cubicBezTo>
                  <a:lnTo>
                    <a:pt x="121420" y="123826"/>
                  </a:lnTo>
                  <a:cubicBezTo>
                    <a:pt x="122760" y="123826"/>
                    <a:pt x="123827" y="122738"/>
                    <a:pt x="123827" y="121420"/>
                  </a:cubicBezTo>
                  <a:lnTo>
                    <a:pt x="123827" y="109389"/>
                  </a:lnTo>
                  <a:cubicBezTo>
                    <a:pt x="123827" y="108050"/>
                    <a:pt x="122739" y="106962"/>
                    <a:pt x="121420" y="106962"/>
                  </a:cubicBezTo>
                  <a:lnTo>
                    <a:pt x="119684" y="106962"/>
                  </a:lnTo>
                  <a:lnTo>
                    <a:pt x="119684" y="54946"/>
                  </a:lnTo>
                  <a:cubicBezTo>
                    <a:pt x="119684" y="52247"/>
                    <a:pt x="117487" y="50050"/>
                    <a:pt x="114788" y="50050"/>
                  </a:cubicBezTo>
                  <a:lnTo>
                    <a:pt x="81958" y="50050"/>
                  </a:lnTo>
                  <a:lnTo>
                    <a:pt x="81958" y="33248"/>
                  </a:lnTo>
                  <a:cubicBezTo>
                    <a:pt x="83904" y="32181"/>
                    <a:pt x="85202" y="30130"/>
                    <a:pt x="85202" y="27766"/>
                  </a:cubicBezTo>
                  <a:lnTo>
                    <a:pt x="85202" y="24272"/>
                  </a:lnTo>
                  <a:cubicBezTo>
                    <a:pt x="85202" y="20819"/>
                    <a:pt x="82398" y="17995"/>
                    <a:pt x="78945" y="17995"/>
                  </a:cubicBezTo>
                  <a:lnTo>
                    <a:pt x="60072" y="17995"/>
                  </a:lnTo>
                  <a:lnTo>
                    <a:pt x="60072" y="15003"/>
                  </a:lnTo>
                  <a:cubicBezTo>
                    <a:pt x="60072" y="6738"/>
                    <a:pt x="53335" y="0"/>
                    <a:pt x="450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859" y="1034749"/>
            <a:ext cx="6105600" cy="1203900"/>
          </a:xfrm>
        </p:spPr>
        <p:txBody>
          <a:bodyPr/>
          <a:lstStyle/>
          <a:p>
            <a:pPr marL="469900" indent="-342900" algn="l">
              <a:buAutoNum type="arabicPeriod"/>
            </a:pPr>
            <a:r>
              <a:rPr lang="en-US" b="1" dirty="0" smtClean="0"/>
              <a:t>Digital </a:t>
            </a:r>
            <a:r>
              <a:rPr lang="en-US" b="1" dirty="0"/>
              <a:t>App </a:t>
            </a:r>
            <a:r>
              <a:rPr lang="en-US" b="1" dirty="0" smtClean="0"/>
              <a:t>Stores</a:t>
            </a:r>
            <a:endParaRPr lang="en-US" dirty="0"/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Google </a:t>
            </a:r>
            <a:r>
              <a:rPr lang="en-US" sz="1400" dirty="0"/>
              <a:t>Play </a:t>
            </a:r>
            <a:r>
              <a:rPr lang="en-US" sz="1400" dirty="0" smtClean="0"/>
              <a:t>Store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Apple </a:t>
            </a:r>
            <a:r>
              <a:rPr lang="en-US" sz="1400" dirty="0"/>
              <a:t>App </a:t>
            </a:r>
            <a:r>
              <a:rPr lang="en-US" sz="1400" dirty="0" smtClean="0"/>
              <a:t>Store</a:t>
            </a:r>
          </a:p>
          <a:p>
            <a:pPr marL="127000" indent="0" algn="l">
              <a:buNone/>
            </a:pPr>
            <a:r>
              <a:rPr lang="en-US" sz="1400" dirty="0"/>
              <a:t>This ensures accessibility for all smartphone users</a:t>
            </a:r>
            <a:r>
              <a:rPr lang="en-US" sz="1400" dirty="0" smtClean="0"/>
              <a:t>.</a:t>
            </a:r>
          </a:p>
          <a:p>
            <a:pPr marL="127000" indent="0" algn="l">
              <a:buNone/>
            </a:pPr>
            <a:endParaRPr lang="en-US" sz="1400" dirty="0"/>
          </a:p>
          <a:p>
            <a:pPr marL="469900" indent="-342900" algn="l">
              <a:buAutoNum type="arabicPeriod" startAt="2"/>
            </a:pPr>
            <a:r>
              <a:rPr lang="en-US" b="1" dirty="0" smtClean="0"/>
              <a:t>Web Platform</a:t>
            </a:r>
          </a:p>
          <a:p>
            <a:pPr marL="127000" indent="0" algn="l">
              <a:buNone/>
            </a:pPr>
            <a:r>
              <a:rPr lang="en-US" sz="1400" dirty="0"/>
              <a:t>Hospitals will access the system through a secure web dashboard for</a:t>
            </a:r>
            <a:r>
              <a:rPr lang="en-US" sz="1400" dirty="0" smtClean="0"/>
              <a:t>:</a:t>
            </a:r>
            <a:endParaRPr lang="en-US" b="1" dirty="0" smtClean="0"/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Urgent </a:t>
            </a:r>
            <a:r>
              <a:rPr lang="en-US" sz="1400" dirty="0"/>
              <a:t>donor </a:t>
            </a:r>
            <a:r>
              <a:rPr lang="en-US" sz="1400" dirty="0" smtClean="0"/>
              <a:t>requests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AI-based </a:t>
            </a:r>
            <a:r>
              <a:rPr lang="en-US" sz="1400" dirty="0"/>
              <a:t>matching </a:t>
            </a:r>
            <a:r>
              <a:rPr lang="en-US" sz="1400" dirty="0" smtClean="0"/>
              <a:t>interface</a:t>
            </a:r>
            <a:endParaRPr lang="en-US" sz="1400" dirty="0"/>
          </a:p>
          <a:p>
            <a:pPr marL="127000" indent="0" algn="l">
              <a:buNone/>
            </a:pPr>
            <a:endParaRPr lang="en-US" b="1" dirty="0" smtClean="0"/>
          </a:p>
          <a:p>
            <a:pPr marL="469900" lvl="0" indent="-342900" algn="l">
              <a:buAutoNum type="arabicPeriod" startAt="3"/>
            </a:pPr>
            <a:r>
              <a:rPr lang="en-US" b="1" dirty="0" smtClean="0"/>
              <a:t>Direct </a:t>
            </a:r>
            <a:r>
              <a:rPr lang="en-US" b="1" dirty="0"/>
              <a:t>B2B </a:t>
            </a:r>
            <a:r>
              <a:rPr lang="en-US" b="1" dirty="0" smtClean="0"/>
              <a:t>Sales</a:t>
            </a:r>
          </a:p>
          <a:p>
            <a:pPr marL="127000" indent="0" algn="l">
              <a:buNone/>
            </a:pPr>
            <a:r>
              <a:rPr lang="en-US" sz="1400" dirty="0"/>
              <a:t>A dedicated sales team will onboard hospitals, </a:t>
            </a:r>
            <a:r>
              <a:rPr lang="en-US" sz="1400" dirty="0" smtClean="0"/>
              <a:t>giving: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Technical support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Training sessions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400" dirty="0" smtClean="0"/>
              <a:t>Health-Tech Conferences</a:t>
            </a:r>
            <a:endParaRPr lang="en-US" sz="1400" dirty="0"/>
          </a:p>
          <a:p>
            <a:pPr marL="127000" indent="0" algn="l">
              <a:buNone/>
            </a:pPr>
            <a:endParaRPr lang="en-US" sz="1400" dirty="0"/>
          </a:p>
          <a:p>
            <a:pPr marL="127000" lvl="0" indent="0" algn="l">
              <a:buNone/>
            </a:pPr>
            <a:endParaRPr lang="en-US" dirty="0"/>
          </a:p>
          <a:p>
            <a:pPr marL="127000" indent="0" algn="l">
              <a:buNone/>
            </a:pPr>
            <a:endParaRPr lang="en-US" b="1" dirty="0"/>
          </a:p>
          <a:p>
            <a:pPr marL="127000" lvl="0" indent="0" algn="l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7578" y="388174"/>
            <a:ext cx="8004873" cy="772200"/>
          </a:xfrm>
        </p:spPr>
        <p:txBody>
          <a:bodyPr/>
          <a:lstStyle/>
          <a:p>
            <a:pPr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Distribution</a:t>
            </a:r>
          </a:p>
        </p:txBody>
      </p:sp>
      <p:grpSp>
        <p:nvGrpSpPr>
          <p:cNvPr id="6" name="Google Shape;1556;p59"/>
          <p:cNvGrpSpPr/>
          <p:nvPr/>
        </p:nvGrpSpPr>
        <p:grpSpPr>
          <a:xfrm>
            <a:off x="7169094" y="1299065"/>
            <a:ext cx="1004626" cy="1002753"/>
            <a:chOff x="2573650" y="3394729"/>
            <a:chExt cx="432633" cy="431826"/>
          </a:xfrm>
        </p:grpSpPr>
        <p:sp>
          <p:nvSpPr>
            <p:cNvPr id="7" name="Google Shape;1557;p59"/>
            <p:cNvSpPr/>
            <p:nvPr/>
          </p:nvSpPr>
          <p:spPr>
            <a:xfrm>
              <a:off x="2667000" y="3713450"/>
              <a:ext cx="203000" cy="95250"/>
            </a:xfrm>
            <a:custGeom>
              <a:avLst/>
              <a:gdLst/>
              <a:ahLst/>
              <a:cxnLst/>
              <a:rect l="l" t="t" r="r" b="b"/>
              <a:pathLst>
                <a:path w="8120" h="3810" extrusionOk="0">
                  <a:moveTo>
                    <a:pt x="8120" y="3524"/>
                  </a:moveTo>
                  <a:lnTo>
                    <a:pt x="8120" y="2476"/>
                  </a:lnTo>
                  <a:lnTo>
                    <a:pt x="4286" y="2452"/>
                  </a:lnTo>
                  <a:lnTo>
                    <a:pt x="2238" y="857"/>
                  </a:lnTo>
                  <a:lnTo>
                    <a:pt x="1095" y="0"/>
                  </a:lnTo>
                  <a:lnTo>
                    <a:pt x="0" y="952"/>
                  </a:lnTo>
                  <a:lnTo>
                    <a:pt x="3905" y="38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8" name="Google Shape;1558;p59"/>
            <p:cNvGrpSpPr/>
            <p:nvPr/>
          </p:nvGrpSpPr>
          <p:grpSpPr>
            <a:xfrm>
              <a:off x="2573650" y="3394729"/>
              <a:ext cx="432633" cy="431826"/>
              <a:chOff x="2573650" y="3394729"/>
              <a:chExt cx="432633" cy="431826"/>
            </a:xfrm>
          </p:grpSpPr>
          <p:sp>
            <p:nvSpPr>
              <p:cNvPr id="9" name="Google Shape;1559;p59"/>
              <p:cNvSpPr/>
              <p:nvPr/>
            </p:nvSpPr>
            <p:spPr>
              <a:xfrm>
                <a:off x="2573650" y="3659580"/>
                <a:ext cx="296277" cy="1669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3788" extrusionOk="0">
                    <a:moveTo>
                      <a:pt x="0" y="1"/>
                    </a:moveTo>
                    <a:lnTo>
                      <a:pt x="0" y="1884"/>
                    </a:lnTo>
                    <a:lnTo>
                      <a:pt x="1360" y="1884"/>
                    </a:lnTo>
                    <a:lnTo>
                      <a:pt x="3871" y="3788"/>
                    </a:lnTo>
                    <a:lnTo>
                      <a:pt x="6612" y="3788"/>
                    </a:lnTo>
                    <a:cubicBezTo>
                      <a:pt x="6800" y="3788"/>
                      <a:pt x="6926" y="3662"/>
                      <a:pt x="6926" y="3474"/>
                    </a:cubicBezTo>
                    <a:lnTo>
                      <a:pt x="6926" y="3139"/>
                    </a:lnTo>
                    <a:lnTo>
                      <a:pt x="4729" y="3139"/>
                    </a:lnTo>
                    <a:cubicBezTo>
                      <a:pt x="4478" y="3139"/>
                      <a:pt x="4248" y="3055"/>
                      <a:pt x="4080" y="2867"/>
                    </a:cubicBezTo>
                    <a:lnTo>
                      <a:pt x="2783" y="1591"/>
                    </a:lnTo>
                    <a:lnTo>
                      <a:pt x="3223" y="1151"/>
                    </a:lnTo>
                    <a:lnTo>
                      <a:pt x="4520" y="2428"/>
                    </a:lnTo>
                    <a:cubicBezTo>
                      <a:pt x="4583" y="2491"/>
                      <a:pt x="4661" y="2522"/>
                      <a:pt x="4739" y="2522"/>
                    </a:cubicBezTo>
                    <a:cubicBezTo>
                      <a:pt x="4818" y="2522"/>
                      <a:pt x="4896" y="2491"/>
                      <a:pt x="4959" y="2428"/>
                    </a:cubicBezTo>
                    <a:cubicBezTo>
                      <a:pt x="5085" y="2302"/>
                      <a:pt x="5085" y="2114"/>
                      <a:pt x="4959" y="1988"/>
                    </a:cubicBezTo>
                    <a:lnTo>
                      <a:pt x="3264" y="273"/>
                    </a:lnTo>
                    <a:cubicBezTo>
                      <a:pt x="3076" y="105"/>
                      <a:pt x="2846" y="1"/>
                      <a:pt x="2595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60;p59"/>
              <p:cNvSpPr/>
              <p:nvPr/>
            </p:nvSpPr>
            <p:spPr>
              <a:xfrm>
                <a:off x="2738192" y="3540128"/>
                <a:ext cx="146963" cy="120529"/>
              </a:xfrm>
              <a:custGeom>
                <a:avLst/>
                <a:gdLst/>
                <a:ahLst/>
                <a:cxnLst/>
                <a:rect l="l" t="t" r="r" b="b"/>
                <a:pathLst>
                  <a:path w="3726" h="3056" extrusionOk="0">
                    <a:moveTo>
                      <a:pt x="775" y="1"/>
                    </a:moveTo>
                    <a:cubicBezTo>
                      <a:pt x="336" y="1"/>
                      <a:pt x="1" y="377"/>
                      <a:pt x="1" y="859"/>
                    </a:cubicBezTo>
                    <a:cubicBezTo>
                      <a:pt x="1" y="1152"/>
                      <a:pt x="126" y="1403"/>
                      <a:pt x="398" y="1717"/>
                    </a:cubicBezTo>
                    <a:cubicBezTo>
                      <a:pt x="566" y="1800"/>
                      <a:pt x="712" y="1905"/>
                      <a:pt x="838" y="2030"/>
                    </a:cubicBezTo>
                    <a:lnTo>
                      <a:pt x="1863" y="3056"/>
                    </a:lnTo>
                    <a:cubicBezTo>
                      <a:pt x="1989" y="2930"/>
                      <a:pt x="2114" y="2825"/>
                      <a:pt x="2240" y="2742"/>
                    </a:cubicBezTo>
                    <a:cubicBezTo>
                      <a:pt x="3139" y="1968"/>
                      <a:pt x="3704" y="1486"/>
                      <a:pt x="3725" y="921"/>
                    </a:cubicBezTo>
                    <a:cubicBezTo>
                      <a:pt x="3411" y="859"/>
                      <a:pt x="3139" y="712"/>
                      <a:pt x="2909" y="482"/>
                    </a:cubicBezTo>
                    <a:lnTo>
                      <a:pt x="2553" y="126"/>
                    </a:lnTo>
                    <a:cubicBezTo>
                      <a:pt x="2281" y="336"/>
                      <a:pt x="2177" y="712"/>
                      <a:pt x="2177" y="712"/>
                    </a:cubicBezTo>
                    <a:lnTo>
                      <a:pt x="1863" y="1800"/>
                    </a:lnTo>
                    <a:lnTo>
                      <a:pt x="1570" y="712"/>
                    </a:lnTo>
                    <a:cubicBezTo>
                      <a:pt x="1570" y="691"/>
                      <a:pt x="1361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561;p59"/>
              <p:cNvSpPr/>
              <p:nvPr/>
            </p:nvSpPr>
            <p:spPr>
              <a:xfrm>
                <a:off x="2616549" y="3394729"/>
                <a:ext cx="389734" cy="389734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35" extrusionOk="0">
                    <a:moveTo>
                      <a:pt x="6215" y="628"/>
                    </a:moveTo>
                    <a:lnTo>
                      <a:pt x="8726" y="2532"/>
                    </a:lnTo>
                    <a:lnTo>
                      <a:pt x="10086" y="2532"/>
                    </a:lnTo>
                    <a:lnTo>
                      <a:pt x="10086" y="4436"/>
                    </a:lnTo>
                    <a:lnTo>
                      <a:pt x="7512" y="4436"/>
                    </a:lnTo>
                    <a:cubicBezTo>
                      <a:pt x="7261" y="4436"/>
                      <a:pt x="7010" y="4332"/>
                      <a:pt x="6843" y="4143"/>
                    </a:cubicBezTo>
                    <a:lnTo>
                      <a:pt x="5148" y="2449"/>
                    </a:lnTo>
                    <a:cubicBezTo>
                      <a:pt x="5022" y="2323"/>
                      <a:pt x="5022" y="2135"/>
                      <a:pt x="5148" y="2009"/>
                    </a:cubicBezTo>
                    <a:cubicBezTo>
                      <a:pt x="5200" y="1946"/>
                      <a:pt x="5279" y="1915"/>
                      <a:pt x="5360" y="1915"/>
                    </a:cubicBezTo>
                    <a:cubicBezTo>
                      <a:pt x="5441" y="1915"/>
                      <a:pt x="5524" y="1946"/>
                      <a:pt x="5587" y="2009"/>
                    </a:cubicBezTo>
                    <a:lnTo>
                      <a:pt x="6864" y="3286"/>
                    </a:lnTo>
                    <a:lnTo>
                      <a:pt x="7303" y="2846"/>
                    </a:lnTo>
                    <a:lnTo>
                      <a:pt x="6027" y="1570"/>
                    </a:lnTo>
                    <a:cubicBezTo>
                      <a:pt x="5859" y="1382"/>
                      <a:pt x="5608" y="1277"/>
                      <a:pt x="5357" y="1277"/>
                    </a:cubicBezTo>
                    <a:lnTo>
                      <a:pt x="3160" y="1277"/>
                    </a:lnTo>
                    <a:lnTo>
                      <a:pt x="3160" y="942"/>
                    </a:lnTo>
                    <a:cubicBezTo>
                      <a:pt x="3160" y="775"/>
                      <a:pt x="3306" y="628"/>
                      <a:pt x="3474" y="628"/>
                    </a:cubicBezTo>
                    <a:close/>
                    <a:moveTo>
                      <a:pt x="4269" y="4123"/>
                    </a:moveTo>
                    <a:cubicBezTo>
                      <a:pt x="4855" y="4123"/>
                      <a:pt x="5043" y="4792"/>
                      <a:pt x="5064" y="4834"/>
                    </a:cubicBezTo>
                    <a:lnTo>
                      <a:pt x="5357" y="5922"/>
                    </a:lnTo>
                    <a:lnTo>
                      <a:pt x="5671" y="4834"/>
                    </a:lnTo>
                    <a:cubicBezTo>
                      <a:pt x="5671" y="4813"/>
                      <a:pt x="5775" y="4457"/>
                      <a:pt x="6047" y="4248"/>
                    </a:cubicBezTo>
                    <a:lnTo>
                      <a:pt x="6403" y="4604"/>
                    </a:lnTo>
                    <a:cubicBezTo>
                      <a:pt x="6633" y="4813"/>
                      <a:pt x="6905" y="4980"/>
                      <a:pt x="7219" y="5022"/>
                    </a:cubicBezTo>
                    <a:cubicBezTo>
                      <a:pt x="7198" y="5608"/>
                      <a:pt x="6633" y="6089"/>
                      <a:pt x="5734" y="6843"/>
                    </a:cubicBezTo>
                    <a:cubicBezTo>
                      <a:pt x="5608" y="6947"/>
                      <a:pt x="5483" y="7052"/>
                      <a:pt x="5357" y="7156"/>
                    </a:cubicBezTo>
                    <a:lnTo>
                      <a:pt x="4332" y="6152"/>
                    </a:lnTo>
                    <a:cubicBezTo>
                      <a:pt x="4206" y="6006"/>
                      <a:pt x="4060" y="5922"/>
                      <a:pt x="3892" y="5838"/>
                    </a:cubicBezTo>
                    <a:cubicBezTo>
                      <a:pt x="3620" y="5524"/>
                      <a:pt x="3495" y="5252"/>
                      <a:pt x="3495" y="4980"/>
                    </a:cubicBezTo>
                    <a:cubicBezTo>
                      <a:pt x="3495" y="4478"/>
                      <a:pt x="3830" y="4123"/>
                      <a:pt x="4269" y="4123"/>
                    </a:cubicBezTo>
                    <a:close/>
                    <a:moveTo>
                      <a:pt x="3223" y="6319"/>
                    </a:moveTo>
                    <a:cubicBezTo>
                      <a:pt x="3474" y="6319"/>
                      <a:pt x="3704" y="6403"/>
                      <a:pt x="3892" y="6591"/>
                    </a:cubicBezTo>
                    <a:lnTo>
                      <a:pt x="5587" y="8286"/>
                    </a:lnTo>
                    <a:cubicBezTo>
                      <a:pt x="5713" y="8412"/>
                      <a:pt x="5713" y="8621"/>
                      <a:pt x="5587" y="8747"/>
                    </a:cubicBezTo>
                    <a:cubicBezTo>
                      <a:pt x="5524" y="8799"/>
                      <a:pt x="5446" y="8825"/>
                      <a:pt x="5367" y="8825"/>
                    </a:cubicBezTo>
                    <a:cubicBezTo>
                      <a:pt x="5289" y="8825"/>
                      <a:pt x="5211" y="8799"/>
                      <a:pt x="5148" y="8747"/>
                    </a:cubicBezTo>
                    <a:lnTo>
                      <a:pt x="3851" y="7449"/>
                    </a:lnTo>
                    <a:lnTo>
                      <a:pt x="3411" y="7889"/>
                    </a:lnTo>
                    <a:lnTo>
                      <a:pt x="4708" y="9186"/>
                    </a:lnTo>
                    <a:cubicBezTo>
                      <a:pt x="4876" y="9353"/>
                      <a:pt x="5106" y="9458"/>
                      <a:pt x="5357" y="9458"/>
                    </a:cubicBezTo>
                    <a:lnTo>
                      <a:pt x="7575" y="9458"/>
                    </a:lnTo>
                    <a:lnTo>
                      <a:pt x="7575" y="9793"/>
                    </a:lnTo>
                    <a:cubicBezTo>
                      <a:pt x="7575" y="9960"/>
                      <a:pt x="7428" y="10107"/>
                      <a:pt x="7261" y="10107"/>
                    </a:cubicBezTo>
                    <a:lnTo>
                      <a:pt x="4499" y="10107"/>
                    </a:lnTo>
                    <a:lnTo>
                      <a:pt x="1988" y="8203"/>
                    </a:lnTo>
                    <a:lnTo>
                      <a:pt x="628" y="8203"/>
                    </a:lnTo>
                    <a:lnTo>
                      <a:pt x="628" y="6319"/>
                    </a:lnTo>
                    <a:close/>
                    <a:moveTo>
                      <a:pt x="3474" y="1"/>
                    </a:moveTo>
                    <a:cubicBezTo>
                      <a:pt x="2951" y="1"/>
                      <a:pt x="2532" y="440"/>
                      <a:pt x="2532" y="942"/>
                    </a:cubicBezTo>
                    <a:lnTo>
                      <a:pt x="2532" y="1905"/>
                    </a:lnTo>
                    <a:lnTo>
                      <a:pt x="4478" y="1905"/>
                    </a:lnTo>
                    <a:cubicBezTo>
                      <a:pt x="4353" y="2239"/>
                      <a:pt x="4436" y="2637"/>
                      <a:pt x="4687" y="2888"/>
                    </a:cubicBezTo>
                    <a:lnTo>
                      <a:pt x="5608" y="3788"/>
                    </a:lnTo>
                    <a:cubicBezTo>
                      <a:pt x="5503" y="3871"/>
                      <a:pt x="5420" y="3976"/>
                      <a:pt x="5357" y="4060"/>
                    </a:cubicBezTo>
                    <a:cubicBezTo>
                      <a:pt x="5085" y="3683"/>
                      <a:pt x="4708" y="3474"/>
                      <a:pt x="4269" y="3474"/>
                    </a:cubicBezTo>
                    <a:cubicBezTo>
                      <a:pt x="3871" y="3474"/>
                      <a:pt x="3516" y="3641"/>
                      <a:pt x="3265" y="3934"/>
                    </a:cubicBezTo>
                    <a:cubicBezTo>
                      <a:pt x="3014" y="4206"/>
                      <a:pt x="2867" y="4583"/>
                      <a:pt x="2867" y="4980"/>
                    </a:cubicBezTo>
                    <a:cubicBezTo>
                      <a:pt x="2867" y="5211"/>
                      <a:pt x="2930" y="5441"/>
                      <a:pt x="3034" y="5671"/>
                    </a:cubicBezTo>
                    <a:lnTo>
                      <a:pt x="1" y="5671"/>
                    </a:lnTo>
                    <a:lnTo>
                      <a:pt x="1" y="8830"/>
                    </a:lnTo>
                    <a:lnTo>
                      <a:pt x="1779" y="8830"/>
                    </a:lnTo>
                    <a:lnTo>
                      <a:pt x="4290" y="10734"/>
                    </a:lnTo>
                    <a:lnTo>
                      <a:pt x="7240" y="10734"/>
                    </a:lnTo>
                    <a:cubicBezTo>
                      <a:pt x="7763" y="10734"/>
                      <a:pt x="8182" y="10295"/>
                      <a:pt x="8182" y="9793"/>
                    </a:cubicBezTo>
                    <a:lnTo>
                      <a:pt x="8182" y="8830"/>
                    </a:lnTo>
                    <a:lnTo>
                      <a:pt x="6257" y="8830"/>
                    </a:lnTo>
                    <a:cubicBezTo>
                      <a:pt x="6361" y="8496"/>
                      <a:pt x="6299" y="8098"/>
                      <a:pt x="6027" y="7847"/>
                    </a:cubicBezTo>
                    <a:lnTo>
                      <a:pt x="5796" y="7617"/>
                    </a:lnTo>
                    <a:cubicBezTo>
                      <a:pt x="5922" y="7512"/>
                      <a:pt x="6027" y="7428"/>
                      <a:pt x="6131" y="7324"/>
                    </a:cubicBezTo>
                    <a:cubicBezTo>
                      <a:pt x="7094" y="6508"/>
                      <a:pt x="7805" y="5901"/>
                      <a:pt x="7847" y="5064"/>
                    </a:cubicBezTo>
                    <a:lnTo>
                      <a:pt x="10734" y="5064"/>
                    </a:lnTo>
                    <a:lnTo>
                      <a:pt x="10734" y="1905"/>
                    </a:lnTo>
                    <a:lnTo>
                      <a:pt x="8956" y="1905"/>
                    </a:lnTo>
                    <a:lnTo>
                      <a:pt x="64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9086" y="363730"/>
            <a:ext cx="8283534" cy="822900"/>
          </a:xfrm>
        </p:spPr>
        <p:txBody>
          <a:bodyPr/>
          <a:lstStyle/>
          <a:p>
            <a:pPr algn="ctr"/>
            <a:r>
              <a:rPr lang="en-US" sz="4700" dirty="0" smtClean="0">
                <a:latin typeface="Calibri" panose="020F0502020204030204" charset="0"/>
                <a:cs typeface="Calibri" panose="020F0502020204030204" charset="0"/>
              </a:rPr>
              <a:t>Promotion </a:t>
            </a:r>
            <a:endParaRPr lang="en-US" sz="47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Google Shape;618;p38"/>
          <p:cNvSpPr txBox="1">
            <a:spLocks noGrp="1"/>
          </p:cNvSpPr>
          <p:nvPr>
            <p:ph type="body" idx="1"/>
          </p:nvPr>
        </p:nvSpPr>
        <p:spPr>
          <a:xfrm>
            <a:off x="1671517" y="2140098"/>
            <a:ext cx="6595728" cy="2409041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Subscription Model for Healthcare Institutions (B2B)</a:t>
            </a:r>
            <a:endParaRPr lang="en-US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University Drives – Awareness events, Medical camps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Corporate Social Responsibility (CSR) Programs</a:t>
            </a:r>
            <a:endParaRPr lang="en-US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Social Media Campaigns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In-App Referral Rewards</a:t>
            </a:r>
            <a:endParaRPr lang="en-US" dirty="0" smtClean="0"/>
          </a:p>
          <a:p>
            <a:pPr marL="127000" indent="0">
              <a:lnSpc>
                <a:spcPct val="150000"/>
              </a:lnSpc>
              <a:buNone/>
            </a:pPr>
            <a:endParaRPr lang="en-US" dirty="0" smtClean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600" b="1" dirty="0"/>
          </a:p>
        </p:txBody>
      </p:sp>
      <p:grpSp>
        <p:nvGrpSpPr>
          <p:cNvPr id="8" name="Google Shape;620;p38"/>
          <p:cNvGrpSpPr/>
          <p:nvPr/>
        </p:nvGrpSpPr>
        <p:grpSpPr>
          <a:xfrm>
            <a:off x="335860" y="2569198"/>
            <a:ext cx="1130255" cy="1136752"/>
            <a:chOff x="1519695" y="2959150"/>
            <a:chExt cx="1130255" cy="1136752"/>
          </a:xfrm>
        </p:grpSpPr>
        <p:sp>
          <p:nvSpPr>
            <p:cNvPr id="9" name="Google Shape;621;p38"/>
            <p:cNvSpPr/>
            <p:nvPr/>
          </p:nvSpPr>
          <p:spPr>
            <a:xfrm>
              <a:off x="1519695" y="3991608"/>
              <a:ext cx="1032983" cy="104294"/>
            </a:xfrm>
            <a:custGeom>
              <a:avLst/>
              <a:gdLst/>
              <a:ahLst/>
              <a:cxnLst/>
              <a:rect l="l" t="t" r="r" b="b"/>
              <a:pathLst>
                <a:path w="118973" h="12012" extrusionOk="0">
                  <a:moveTo>
                    <a:pt x="101062" y="1"/>
                  </a:moveTo>
                  <a:lnTo>
                    <a:pt x="90307" y="1"/>
                  </a:lnTo>
                  <a:lnTo>
                    <a:pt x="77125" y="1"/>
                  </a:lnTo>
                  <a:lnTo>
                    <a:pt x="50887" y="1"/>
                  </a:lnTo>
                  <a:lnTo>
                    <a:pt x="39756" y="1"/>
                  </a:lnTo>
                  <a:lnTo>
                    <a:pt x="28624" y="1"/>
                  </a:lnTo>
                  <a:lnTo>
                    <a:pt x="4123" y="1"/>
                  </a:lnTo>
                  <a:lnTo>
                    <a:pt x="1" y="1"/>
                  </a:lnTo>
                  <a:lnTo>
                    <a:pt x="1" y="12011"/>
                  </a:lnTo>
                  <a:lnTo>
                    <a:pt x="118973" y="12011"/>
                  </a:lnTo>
                  <a:lnTo>
                    <a:pt x="118973" y="1"/>
                  </a:lnTo>
                  <a:lnTo>
                    <a:pt x="114851" y="1"/>
                  </a:lnTo>
                  <a:lnTo>
                    <a:pt x="1010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22;p38"/>
            <p:cNvSpPr/>
            <p:nvPr/>
          </p:nvSpPr>
          <p:spPr>
            <a:xfrm>
              <a:off x="1745700" y="3066116"/>
              <a:ext cx="253442" cy="253433"/>
            </a:xfrm>
            <a:custGeom>
              <a:avLst/>
              <a:gdLst/>
              <a:ahLst/>
              <a:cxnLst/>
              <a:rect l="l" t="t" r="r" b="b"/>
              <a:pathLst>
                <a:path w="29190" h="29189" extrusionOk="0">
                  <a:moveTo>
                    <a:pt x="29189" y="12576"/>
                  </a:moveTo>
                  <a:cubicBezTo>
                    <a:pt x="29189" y="5650"/>
                    <a:pt x="23540" y="0"/>
                    <a:pt x="16614" y="0"/>
                  </a:cubicBezTo>
                  <a:lnTo>
                    <a:pt x="12576" y="0"/>
                  </a:lnTo>
                  <a:cubicBezTo>
                    <a:pt x="5650" y="0"/>
                    <a:pt x="1" y="5650"/>
                    <a:pt x="1" y="12576"/>
                  </a:cubicBezTo>
                  <a:lnTo>
                    <a:pt x="1" y="17995"/>
                  </a:lnTo>
                  <a:lnTo>
                    <a:pt x="1" y="29189"/>
                  </a:lnTo>
                  <a:lnTo>
                    <a:pt x="12660" y="29189"/>
                  </a:lnTo>
                  <a:lnTo>
                    <a:pt x="29189" y="29189"/>
                  </a:lnTo>
                  <a:lnTo>
                    <a:pt x="29189" y="17995"/>
                  </a:lnTo>
                  <a:lnTo>
                    <a:pt x="29189" y="1257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623;p38"/>
            <p:cNvGrpSpPr/>
            <p:nvPr/>
          </p:nvGrpSpPr>
          <p:grpSpPr>
            <a:xfrm>
              <a:off x="1555486" y="3315781"/>
              <a:ext cx="633857" cy="579713"/>
              <a:chOff x="1555486" y="3315781"/>
              <a:chExt cx="633857" cy="579713"/>
            </a:xfrm>
          </p:grpSpPr>
          <p:sp>
            <p:nvSpPr>
              <p:cNvPr id="33" name="Google Shape;624;p38"/>
              <p:cNvSpPr/>
              <p:nvPr/>
            </p:nvSpPr>
            <p:spPr>
              <a:xfrm>
                <a:off x="1734950" y="3727100"/>
                <a:ext cx="110700" cy="16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625;p38"/>
              <p:cNvSpPr/>
              <p:nvPr/>
            </p:nvSpPr>
            <p:spPr>
              <a:xfrm>
                <a:off x="1555486" y="3315781"/>
                <a:ext cx="633857" cy="579713"/>
              </a:xfrm>
              <a:custGeom>
                <a:avLst/>
                <a:gdLst/>
                <a:ahLst/>
                <a:cxnLst/>
                <a:rect l="l" t="t" r="r" b="b"/>
                <a:pathLst>
                  <a:path w="73004" h="66768" extrusionOk="0">
                    <a:moveTo>
                      <a:pt x="51096" y="63"/>
                    </a:moveTo>
                    <a:lnTo>
                      <a:pt x="34567" y="63"/>
                    </a:lnTo>
                    <a:lnTo>
                      <a:pt x="21908" y="63"/>
                    </a:lnTo>
                    <a:lnTo>
                      <a:pt x="608" y="63"/>
                    </a:lnTo>
                    <a:cubicBezTo>
                      <a:pt x="398" y="63"/>
                      <a:pt x="210" y="42"/>
                      <a:pt x="1" y="21"/>
                    </a:cubicBezTo>
                    <a:lnTo>
                      <a:pt x="1" y="66767"/>
                    </a:lnTo>
                    <a:lnTo>
                      <a:pt x="24502" y="66767"/>
                    </a:lnTo>
                    <a:lnTo>
                      <a:pt x="24502" y="54297"/>
                    </a:lnTo>
                    <a:lnTo>
                      <a:pt x="35634" y="54297"/>
                    </a:lnTo>
                    <a:lnTo>
                      <a:pt x="46765" y="54297"/>
                    </a:lnTo>
                    <a:lnTo>
                      <a:pt x="46765" y="66767"/>
                    </a:lnTo>
                    <a:lnTo>
                      <a:pt x="73003" y="66767"/>
                    </a:lnTo>
                    <a:lnTo>
                      <a:pt x="73003" y="20924"/>
                    </a:lnTo>
                    <a:lnTo>
                      <a:pt x="73003" y="0"/>
                    </a:lnTo>
                    <a:cubicBezTo>
                      <a:pt x="72794" y="42"/>
                      <a:pt x="72606" y="63"/>
                      <a:pt x="72396" y="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626;p38"/>
            <p:cNvSpPr/>
            <p:nvPr/>
          </p:nvSpPr>
          <p:spPr>
            <a:xfrm>
              <a:off x="1877496" y="3042281"/>
              <a:ext cx="142254" cy="142254"/>
            </a:xfrm>
            <a:custGeom>
              <a:avLst/>
              <a:gdLst/>
              <a:ahLst/>
              <a:cxnLst/>
              <a:rect l="l" t="t" r="r" b="b"/>
              <a:pathLst>
                <a:path w="16384" h="16384" extrusionOk="0">
                  <a:moveTo>
                    <a:pt x="8202" y="0"/>
                  </a:moveTo>
                  <a:cubicBezTo>
                    <a:pt x="6863" y="0"/>
                    <a:pt x="5775" y="1088"/>
                    <a:pt x="5775" y="2427"/>
                  </a:cubicBezTo>
                  <a:lnTo>
                    <a:pt x="5775" y="5775"/>
                  </a:lnTo>
                  <a:lnTo>
                    <a:pt x="2428" y="5775"/>
                  </a:lnTo>
                  <a:cubicBezTo>
                    <a:pt x="1088" y="5775"/>
                    <a:pt x="0" y="6842"/>
                    <a:pt x="0" y="8181"/>
                  </a:cubicBezTo>
                  <a:cubicBezTo>
                    <a:pt x="0" y="9520"/>
                    <a:pt x="1088" y="10608"/>
                    <a:pt x="2428" y="10608"/>
                  </a:cubicBezTo>
                  <a:lnTo>
                    <a:pt x="5775" y="10608"/>
                  </a:lnTo>
                  <a:lnTo>
                    <a:pt x="5775" y="13956"/>
                  </a:lnTo>
                  <a:cubicBezTo>
                    <a:pt x="5775" y="15295"/>
                    <a:pt x="6863" y="16383"/>
                    <a:pt x="8202" y="16383"/>
                  </a:cubicBezTo>
                  <a:cubicBezTo>
                    <a:pt x="9521" y="16383"/>
                    <a:pt x="10609" y="15295"/>
                    <a:pt x="10609" y="13956"/>
                  </a:cubicBezTo>
                  <a:lnTo>
                    <a:pt x="10609" y="10608"/>
                  </a:lnTo>
                  <a:lnTo>
                    <a:pt x="13956" y="10608"/>
                  </a:lnTo>
                  <a:cubicBezTo>
                    <a:pt x="15296" y="10608"/>
                    <a:pt x="16384" y="9520"/>
                    <a:pt x="16384" y="8181"/>
                  </a:cubicBezTo>
                  <a:cubicBezTo>
                    <a:pt x="16384" y="6842"/>
                    <a:pt x="15296" y="5775"/>
                    <a:pt x="13956" y="5775"/>
                  </a:cubicBezTo>
                  <a:lnTo>
                    <a:pt x="10609" y="5775"/>
                  </a:lnTo>
                  <a:lnTo>
                    <a:pt x="10609" y="2427"/>
                  </a:lnTo>
                  <a:cubicBezTo>
                    <a:pt x="10609" y="1088"/>
                    <a:pt x="9521" y="0"/>
                    <a:pt x="82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627;p38"/>
            <p:cNvGrpSpPr/>
            <p:nvPr/>
          </p:nvGrpSpPr>
          <p:grpSpPr>
            <a:xfrm>
              <a:off x="1725799" y="3313697"/>
              <a:ext cx="445652" cy="311224"/>
              <a:chOff x="1649599" y="3389897"/>
              <a:chExt cx="445652" cy="311224"/>
            </a:xfrm>
          </p:grpSpPr>
          <p:sp>
            <p:nvSpPr>
              <p:cNvPr id="21" name="Google Shape;628;p38"/>
              <p:cNvSpPr/>
              <p:nvPr/>
            </p:nvSpPr>
            <p:spPr>
              <a:xfrm>
                <a:off x="1649599" y="3389897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7" y="1"/>
                    </a:moveTo>
                    <a:cubicBezTo>
                      <a:pt x="1088" y="1"/>
                      <a:pt x="0" y="1068"/>
                      <a:pt x="0" y="2407"/>
                    </a:cubicBezTo>
                    <a:lnTo>
                      <a:pt x="0" y="5546"/>
                    </a:lnTo>
                    <a:cubicBezTo>
                      <a:pt x="0" y="6885"/>
                      <a:pt x="1088" y="7973"/>
                      <a:pt x="2427" y="7973"/>
                    </a:cubicBezTo>
                    <a:cubicBezTo>
                      <a:pt x="3766" y="7973"/>
                      <a:pt x="4834" y="6885"/>
                      <a:pt x="4834" y="5546"/>
                    </a:cubicBezTo>
                    <a:lnTo>
                      <a:pt x="4834" y="2407"/>
                    </a:lnTo>
                    <a:cubicBezTo>
                      <a:pt x="4834" y="1068"/>
                      <a:pt x="3766" y="1"/>
                      <a:pt x="24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629;p38"/>
              <p:cNvSpPr/>
              <p:nvPr/>
            </p:nvSpPr>
            <p:spPr>
              <a:xfrm>
                <a:off x="1784217" y="3389897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07" y="1"/>
                    </a:moveTo>
                    <a:cubicBezTo>
                      <a:pt x="1068" y="1"/>
                      <a:pt x="1" y="1068"/>
                      <a:pt x="1" y="2407"/>
                    </a:cubicBezTo>
                    <a:lnTo>
                      <a:pt x="1" y="5546"/>
                    </a:lnTo>
                    <a:cubicBezTo>
                      <a:pt x="1" y="6885"/>
                      <a:pt x="1068" y="7973"/>
                      <a:pt x="2407" y="7973"/>
                    </a:cubicBezTo>
                    <a:cubicBezTo>
                      <a:pt x="3746" y="7973"/>
                      <a:pt x="4834" y="6885"/>
                      <a:pt x="4834" y="5546"/>
                    </a:cubicBezTo>
                    <a:lnTo>
                      <a:pt x="4834" y="2407"/>
                    </a:lnTo>
                    <a:cubicBezTo>
                      <a:pt x="4834" y="1068"/>
                      <a:pt x="3746" y="1"/>
                      <a:pt x="24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630;p38"/>
              <p:cNvSpPr/>
              <p:nvPr/>
            </p:nvSpPr>
            <p:spPr>
              <a:xfrm>
                <a:off x="1918662" y="3389897"/>
                <a:ext cx="42154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7973" extrusionOk="0">
                    <a:moveTo>
                      <a:pt x="2427" y="1"/>
                    </a:moveTo>
                    <a:cubicBezTo>
                      <a:pt x="1088" y="1"/>
                      <a:pt x="0" y="1068"/>
                      <a:pt x="0" y="2407"/>
                    </a:cubicBezTo>
                    <a:lnTo>
                      <a:pt x="0" y="5546"/>
                    </a:lnTo>
                    <a:cubicBezTo>
                      <a:pt x="0" y="6885"/>
                      <a:pt x="1088" y="7973"/>
                      <a:pt x="2427" y="7973"/>
                    </a:cubicBezTo>
                    <a:cubicBezTo>
                      <a:pt x="3766" y="7973"/>
                      <a:pt x="4854" y="6885"/>
                      <a:pt x="4854" y="5546"/>
                    </a:cubicBezTo>
                    <a:lnTo>
                      <a:pt x="4854" y="2407"/>
                    </a:lnTo>
                    <a:cubicBezTo>
                      <a:pt x="4854" y="1068"/>
                      <a:pt x="3766" y="1"/>
                      <a:pt x="242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31;p38"/>
              <p:cNvSpPr/>
              <p:nvPr/>
            </p:nvSpPr>
            <p:spPr>
              <a:xfrm>
                <a:off x="2053280" y="3389897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1"/>
                    </a:moveTo>
                    <a:cubicBezTo>
                      <a:pt x="1089" y="1"/>
                      <a:pt x="0" y="1068"/>
                      <a:pt x="0" y="2407"/>
                    </a:cubicBezTo>
                    <a:lnTo>
                      <a:pt x="0" y="5546"/>
                    </a:lnTo>
                    <a:cubicBezTo>
                      <a:pt x="0" y="6885"/>
                      <a:pt x="1089" y="7973"/>
                      <a:pt x="2428" y="7973"/>
                    </a:cubicBezTo>
                    <a:cubicBezTo>
                      <a:pt x="3767" y="7973"/>
                      <a:pt x="4834" y="6885"/>
                      <a:pt x="4834" y="5546"/>
                    </a:cubicBezTo>
                    <a:lnTo>
                      <a:pt x="4834" y="2407"/>
                    </a:lnTo>
                    <a:cubicBezTo>
                      <a:pt x="4834" y="1068"/>
                      <a:pt x="3767" y="1"/>
                      <a:pt x="24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632;p38"/>
              <p:cNvSpPr/>
              <p:nvPr/>
            </p:nvSpPr>
            <p:spPr>
              <a:xfrm>
                <a:off x="1649599" y="3510901"/>
                <a:ext cx="41971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2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06"/>
                    </a:cubicBezTo>
                    <a:lnTo>
                      <a:pt x="0" y="5545"/>
                    </a:lnTo>
                    <a:cubicBezTo>
                      <a:pt x="0" y="6884"/>
                      <a:pt x="1088" y="7972"/>
                      <a:pt x="2427" y="7972"/>
                    </a:cubicBezTo>
                    <a:cubicBezTo>
                      <a:pt x="3766" y="7972"/>
                      <a:pt x="4834" y="6884"/>
                      <a:pt x="4834" y="5545"/>
                    </a:cubicBezTo>
                    <a:lnTo>
                      <a:pt x="4834" y="2406"/>
                    </a:lnTo>
                    <a:cubicBezTo>
                      <a:pt x="483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633;p38"/>
              <p:cNvSpPr/>
              <p:nvPr/>
            </p:nvSpPr>
            <p:spPr>
              <a:xfrm>
                <a:off x="1784217" y="3510901"/>
                <a:ext cx="41971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2" extrusionOk="0">
                    <a:moveTo>
                      <a:pt x="2407" y="0"/>
                    </a:moveTo>
                    <a:cubicBezTo>
                      <a:pt x="1068" y="0"/>
                      <a:pt x="1" y="1088"/>
                      <a:pt x="1" y="2406"/>
                    </a:cubicBezTo>
                    <a:lnTo>
                      <a:pt x="1" y="5545"/>
                    </a:lnTo>
                    <a:cubicBezTo>
                      <a:pt x="1" y="6884"/>
                      <a:pt x="1068" y="7972"/>
                      <a:pt x="2407" y="7972"/>
                    </a:cubicBezTo>
                    <a:cubicBezTo>
                      <a:pt x="3746" y="7972"/>
                      <a:pt x="4834" y="6884"/>
                      <a:pt x="4834" y="5545"/>
                    </a:cubicBezTo>
                    <a:lnTo>
                      <a:pt x="4834" y="2406"/>
                    </a:lnTo>
                    <a:cubicBezTo>
                      <a:pt x="4834" y="1088"/>
                      <a:pt x="3746" y="0"/>
                      <a:pt x="240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34;p38"/>
              <p:cNvSpPr/>
              <p:nvPr/>
            </p:nvSpPr>
            <p:spPr>
              <a:xfrm>
                <a:off x="1918662" y="3510901"/>
                <a:ext cx="42154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7972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06"/>
                    </a:cubicBezTo>
                    <a:lnTo>
                      <a:pt x="0" y="5545"/>
                    </a:lnTo>
                    <a:cubicBezTo>
                      <a:pt x="0" y="6884"/>
                      <a:pt x="1088" y="7972"/>
                      <a:pt x="2427" y="7972"/>
                    </a:cubicBezTo>
                    <a:cubicBezTo>
                      <a:pt x="3766" y="7972"/>
                      <a:pt x="4854" y="6884"/>
                      <a:pt x="4854" y="5545"/>
                    </a:cubicBezTo>
                    <a:lnTo>
                      <a:pt x="4854" y="2406"/>
                    </a:lnTo>
                    <a:cubicBezTo>
                      <a:pt x="485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635;p38"/>
              <p:cNvSpPr/>
              <p:nvPr/>
            </p:nvSpPr>
            <p:spPr>
              <a:xfrm>
                <a:off x="2053280" y="3510901"/>
                <a:ext cx="41971" cy="69217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2" extrusionOk="0">
                    <a:moveTo>
                      <a:pt x="2428" y="0"/>
                    </a:moveTo>
                    <a:cubicBezTo>
                      <a:pt x="1089" y="0"/>
                      <a:pt x="0" y="1088"/>
                      <a:pt x="0" y="2406"/>
                    </a:cubicBezTo>
                    <a:lnTo>
                      <a:pt x="0" y="5545"/>
                    </a:lnTo>
                    <a:cubicBezTo>
                      <a:pt x="0" y="6884"/>
                      <a:pt x="1089" y="7972"/>
                      <a:pt x="2428" y="7972"/>
                    </a:cubicBezTo>
                    <a:cubicBezTo>
                      <a:pt x="3767" y="7972"/>
                      <a:pt x="4834" y="6884"/>
                      <a:pt x="4834" y="5545"/>
                    </a:cubicBezTo>
                    <a:lnTo>
                      <a:pt x="4834" y="2406"/>
                    </a:lnTo>
                    <a:cubicBezTo>
                      <a:pt x="4834" y="108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636;p38"/>
              <p:cNvSpPr/>
              <p:nvPr/>
            </p:nvSpPr>
            <p:spPr>
              <a:xfrm>
                <a:off x="1649599" y="3631896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27"/>
                    </a:cubicBezTo>
                    <a:lnTo>
                      <a:pt x="0" y="5566"/>
                    </a:lnTo>
                    <a:cubicBezTo>
                      <a:pt x="0" y="6905"/>
                      <a:pt x="1088" y="7972"/>
                      <a:pt x="2427" y="7972"/>
                    </a:cubicBezTo>
                    <a:cubicBezTo>
                      <a:pt x="3766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637;p38"/>
              <p:cNvSpPr/>
              <p:nvPr/>
            </p:nvSpPr>
            <p:spPr>
              <a:xfrm>
                <a:off x="1784217" y="3631896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07" y="0"/>
                    </a:moveTo>
                    <a:cubicBezTo>
                      <a:pt x="1068" y="0"/>
                      <a:pt x="1" y="1088"/>
                      <a:pt x="1" y="2427"/>
                    </a:cubicBezTo>
                    <a:lnTo>
                      <a:pt x="1" y="5566"/>
                    </a:lnTo>
                    <a:cubicBezTo>
                      <a:pt x="1" y="6905"/>
                      <a:pt x="1068" y="7972"/>
                      <a:pt x="2407" y="7972"/>
                    </a:cubicBezTo>
                    <a:cubicBezTo>
                      <a:pt x="3746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46" y="0"/>
                      <a:pt x="240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638;p38"/>
              <p:cNvSpPr/>
              <p:nvPr/>
            </p:nvSpPr>
            <p:spPr>
              <a:xfrm>
                <a:off x="1918662" y="3631896"/>
                <a:ext cx="42154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55" h="7973" extrusionOk="0">
                    <a:moveTo>
                      <a:pt x="2427" y="0"/>
                    </a:moveTo>
                    <a:cubicBezTo>
                      <a:pt x="1088" y="0"/>
                      <a:pt x="0" y="1088"/>
                      <a:pt x="0" y="2427"/>
                    </a:cubicBezTo>
                    <a:lnTo>
                      <a:pt x="0" y="5566"/>
                    </a:lnTo>
                    <a:cubicBezTo>
                      <a:pt x="0" y="6905"/>
                      <a:pt x="1088" y="7972"/>
                      <a:pt x="2427" y="7972"/>
                    </a:cubicBezTo>
                    <a:cubicBezTo>
                      <a:pt x="3766" y="7972"/>
                      <a:pt x="4854" y="6905"/>
                      <a:pt x="4854" y="5566"/>
                    </a:cubicBezTo>
                    <a:lnTo>
                      <a:pt x="4854" y="2427"/>
                    </a:lnTo>
                    <a:cubicBezTo>
                      <a:pt x="4854" y="1088"/>
                      <a:pt x="3766" y="0"/>
                      <a:pt x="24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639;p38"/>
              <p:cNvSpPr/>
              <p:nvPr/>
            </p:nvSpPr>
            <p:spPr>
              <a:xfrm>
                <a:off x="2053280" y="3631896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0"/>
                    </a:moveTo>
                    <a:cubicBezTo>
                      <a:pt x="1089" y="0"/>
                      <a:pt x="0" y="1088"/>
                      <a:pt x="0" y="2427"/>
                    </a:cubicBezTo>
                    <a:lnTo>
                      <a:pt x="0" y="5566"/>
                    </a:lnTo>
                    <a:cubicBezTo>
                      <a:pt x="0" y="6905"/>
                      <a:pt x="1089" y="7972"/>
                      <a:pt x="2428" y="7972"/>
                    </a:cubicBezTo>
                    <a:cubicBezTo>
                      <a:pt x="3767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640;p38"/>
            <p:cNvGrpSpPr/>
            <p:nvPr/>
          </p:nvGrpSpPr>
          <p:grpSpPr>
            <a:xfrm>
              <a:off x="2340950" y="3510094"/>
              <a:ext cx="176598" cy="190403"/>
              <a:chOff x="2264750" y="3586294"/>
              <a:chExt cx="176598" cy="190403"/>
            </a:xfrm>
          </p:grpSpPr>
          <p:sp>
            <p:nvSpPr>
              <p:cNvPr id="17" name="Google Shape;641;p38"/>
              <p:cNvSpPr/>
              <p:nvPr/>
            </p:nvSpPr>
            <p:spPr>
              <a:xfrm>
                <a:off x="2264750" y="3586294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0"/>
                    </a:moveTo>
                    <a:cubicBezTo>
                      <a:pt x="1089" y="0"/>
                      <a:pt x="1" y="1088"/>
                      <a:pt x="1" y="2427"/>
                    </a:cubicBezTo>
                    <a:lnTo>
                      <a:pt x="1" y="5566"/>
                    </a:lnTo>
                    <a:cubicBezTo>
                      <a:pt x="1" y="6905"/>
                      <a:pt x="1089" y="7972"/>
                      <a:pt x="2428" y="7972"/>
                    </a:cubicBezTo>
                    <a:cubicBezTo>
                      <a:pt x="3767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42;p38"/>
              <p:cNvSpPr/>
              <p:nvPr/>
            </p:nvSpPr>
            <p:spPr>
              <a:xfrm>
                <a:off x="2399368" y="3586294"/>
                <a:ext cx="41980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7973" extrusionOk="0">
                    <a:moveTo>
                      <a:pt x="2428" y="0"/>
                    </a:moveTo>
                    <a:cubicBezTo>
                      <a:pt x="1089" y="0"/>
                      <a:pt x="1" y="1088"/>
                      <a:pt x="1" y="2427"/>
                    </a:cubicBezTo>
                    <a:lnTo>
                      <a:pt x="1" y="5566"/>
                    </a:lnTo>
                    <a:cubicBezTo>
                      <a:pt x="1" y="6905"/>
                      <a:pt x="1089" y="7972"/>
                      <a:pt x="2428" y="7972"/>
                    </a:cubicBezTo>
                    <a:cubicBezTo>
                      <a:pt x="3746" y="7972"/>
                      <a:pt x="4834" y="6905"/>
                      <a:pt x="4834" y="5566"/>
                    </a:cubicBezTo>
                    <a:lnTo>
                      <a:pt x="4834" y="2427"/>
                    </a:lnTo>
                    <a:cubicBezTo>
                      <a:pt x="4834" y="1088"/>
                      <a:pt x="3746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43;p38"/>
              <p:cNvSpPr/>
              <p:nvPr/>
            </p:nvSpPr>
            <p:spPr>
              <a:xfrm>
                <a:off x="2264750" y="3707471"/>
                <a:ext cx="41971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7973" extrusionOk="0">
                    <a:moveTo>
                      <a:pt x="2428" y="0"/>
                    </a:moveTo>
                    <a:cubicBezTo>
                      <a:pt x="1089" y="0"/>
                      <a:pt x="1" y="1068"/>
                      <a:pt x="1" y="2407"/>
                    </a:cubicBezTo>
                    <a:lnTo>
                      <a:pt x="1" y="5545"/>
                    </a:lnTo>
                    <a:cubicBezTo>
                      <a:pt x="1" y="6884"/>
                      <a:pt x="1089" y="7972"/>
                      <a:pt x="2428" y="7972"/>
                    </a:cubicBezTo>
                    <a:cubicBezTo>
                      <a:pt x="3767" y="7972"/>
                      <a:pt x="4834" y="6884"/>
                      <a:pt x="4834" y="5545"/>
                    </a:cubicBezTo>
                    <a:lnTo>
                      <a:pt x="4834" y="2407"/>
                    </a:lnTo>
                    <a:cubicBezTo>
                      <a:pt x="4834" y="1068"/>
                      <a:pt x="3767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44;p38"/>
              <p:cNvSpPr/>
              <p:nvPr/>
            </p:nvSpPr>
            <p:spPr>
              <a:xfrm>
                <a:off x="2399368" y="3707471"/>
                <a:ext cx="41980" cy="69226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7973" extrusionOk="0">
                    <a:moveTo>
                      <a:pt x="2428" y="0"/>
                    </a:moveTo>
                    <a:cubicBezTo>
                      <a:pt x="1089" y="0"/>
                      <a:pt x="1" y="1068"/>
                      <a:pt x="1" y="2407"/>
                    </a:cubicBezTo>
                    <a:lnTo>
                      <a:pt x="1" y="5545"/>
                    </a:lnTo>
                    <a:cubicBezTo>
                      <a:pt x="1" y="6884"/>
                      <a:pt x="1089" y="7972"/>
                      <a:pt x="2428" y="7972"/>
                    </a:cubicBezTo>
                    <a:cubicBezTo>
                      <a:pt x="3746" y="7972"/>
                      <a:pt x="4834" y="6884"/>
                      <a:pt x="4834" y="5545"/>
                    </a:cubicBezTo>
                    <a:lnTo>
                      <a:pt x="4834" y="2407"/>
                    </a:lnTo>
                    <a:cubicBezTo>
                      <a:pt x="4834" y="1068"/>
                      <a:pt x="3746" y="0"/>
                      <a:pt x="24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645;p38"/>
            <p:cNvSpPr/>
            <p:nvPr/>
          </p:nvSpPr>
          <p:spPr>
            <a:xfrm>
              <a:off x="1845495" y="3706075"/>
              <a:ext cx="193140" cy="204386"/>
            </a:xfrm>
            <a:custGeom>
              <a:avLst/>
              <a:gdLst/>
              <a:ahLst/>
              <a:cxnLst/>
              <a:rect l="l" t="t" r="r" b="b"/>
              <a:pathLst>
                <a:path w="11132" h="23540" extrusionOk="0">
                  <a:moveTo>
                    <a:pt x="11132" y="12450"/>
                  </a:moveTo>
                  <a:lnTo>
                    <a:pt x="11132" y="1"/>
                  </a:lnTo>
                  <a:lnTo>
                    <a:pt x="1" y="1"/>
                  </a:lnTo>
                  <a:lnTo>
                    <a:pt x="1" y="23540"/>
                  </a:lnTo>
                  <a:lnTo>
                    <a:pt x="11132" y="23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46;p38"/>
            <p:cNvSpPr/>
            <p:nvPr/>
          </p:nvSpPr>
          <p:spPr>
            <a:xfrm>
              <a:off x="1574822" y="2959150"/>
              <a:ext cx="1075128" cy="1075128"/>
            </a:xfrm>
            <a:custGeom>
              <a:avLst/>
              <a:gdLst/>
              <a:ahLst/>
              <a:cxnLst/>
              <a:rect l="l" t="t" r="r" b="b"/>
              <a:pathLst>
                <a:path w="123827" h="123827" extrusionOk="0">
                  <a:moveTo>
                    <a:pt x="26051" y="22828"/>
                  </a:moveTo>
                  <a:lnTo>
                    <a:pt x="26051" y="29189"/>
                  </a:lnTo>
                  <a:lnTo>
                    <a:pt x="7157" y="29189"/>
                  </a:lnTo>
                  <a:cubicBezTo>
                    <a:pt x="6382" y="29189"/>
                    <a:pt x="5734" y="28540"/>
                    <a:pt x="5734" y="27766"/>
                  </a:cubicBezTo>
                  <a:lnTo>
                    <a:pt x="5734" y="24272"/>
                  </a:lnTo>
                  <a:cubicBezTo>
                    <a:pt x="5734" y="23497"/>
                    <a:pt x="6382" y="22828"/>
                    <a:pt x="7157" y="22828"/>
                  </a:cubicBezTo>
                  <a:close/>
                  <a:moveTo>
                    <a:pt x="45070" y="4834"/>
                  </a:moveTo>
                  <a:cubicBezTo>
                    <a:pt x="50678" y="4834"/>
                    <a:pt x="55239" y="9395"/>
                    <a:pt x="55239" y="15003"/>
                  </a:cubicBezTo>
                  <a:lnTo>
                    <a:pt x="55239" y="29189"/>
                  </a:lnTo>
                  <a:lnTo>
                    <a:pt x="30884" y="29189"/>
                  </a:lnTo>
                  <a:lnTo>
                    <a:pt x="30884" y="15003"/>
                  </a:lnTo>
                  <a:cubicBezTo>
                    <a:pt x="30884" y="9395"/>
                    <a:pt x="35445" y="4834"/>
                    <a:pt x="41032" y="4834"/>
                  </a:cubicBezTo>
                  <a:close/>
                  <a:moveTo>
                    <a:pt x="78945" y="22828"/>
                  </a:moveTo>
                  <a:cubicBezTo>
                    <a:pt x="79720" y="22828"/>
                    <a:pt x="80368" y="23497"/>
                    <a:pt x="80368" y="24272"/>
                  </a:cubicBezTo>
                  <a:lnTo>
                    <a:pt x="80368" y="27766"/>
                  </a:lnTo>
                  <a:cubicBezTo>
                    <a:pt x="80368" y="28540"/>
                    <a:pt x="79720" y="29189"/>
                    <a:pt x="78945" y="29189"/>
                  </a:cubicBezTo>
                  <a:lnTo>
                    <a:pt x="60072" y="29189"/>
                  </a:lnTo>
                  <a:lnTo>
                    <a:pt x="60072" y="22828"/>
                  </a:lnTo>
                  <a:close/>
                  <a:moveTo>
                    <a:pt x="77125" y="34043"/>
                  </a:moveTo>
                  <a:lnTo>
                    <a:pt x="77125" y="95893"/>
                  </a:lnTo>
                  <a:lnTo>
                    <a:pt x="55741" y="95893"/>
                  </a:lnTo>
                  <a:lnTo>
                    <a:pt x="55741" y="88277"/>
                  </a:lnTo>
                  <a:lnTo>
                    <a:pt x="59759" y="88277"/>
                  </a:lnTo>
                  <a:cubicBezTo>
                    <a:pt x="61098" y="88277"/>
                    <a:pt x="62186" y="87189"/>
                    <a:pt x="62186" y="85850"/>
                  </a:cubicBezTo>
                  <a:cubicBezTo>
                    <a:pt x="62186" y="84511"/>
                    <a:pt x="61098" y="83444"/>
                    <a:pt x="59759" y="83444"/>
                  </a:cubicBezTo>
                  <a:lnTo>
                    <a:pt x="24607" y="83444"/>
                  </a:lnTo>
                  <a:cubicBezTo>
                    <a:pt x="23268" y="83444"/>
                    <a:pt x="22180" y="84511"/>
                    <a:pt x="22180" y="85850"/>
                  </a:cubicBezTo>
                  <a:cubicBezTo>
                    <a:pt x="22180" y="87189"/>
                    <a:pt x="23268" y="88277"/>
                    <a:pt x="24607" y="88277"/>
                  </a:cubicBezTo>
                  <a:lnTo>
                    <a:pt x="28624" y="88277"/>
                  </a:lnTo>
                  <a:lnTo>
                    <a:pt x="28624" y="95893"/>
                  </a:lnTo>
                  <a:lnTo>
                    <a:pt x="8977" y="95893"/>
                  </a:lnTo>
                  <a:lnTo>
                    <a:pt x="8977" y="34043"/>
                  </a:lnTo>
                  <a:close/>
                  <a:moveTo>
                    <a:pt x="28624" y="100727"/>
                  </a:moveTo>
                  <a:lnTo>
                    <a:pt x="28624" y="106962"/>
                  </a:lnTo>
                  <a:lnTo>
                    <a:pt x="8977" y="106962"/>
                  </a:lnTo>
                  <a:lnTo>
                    <a:pt x="8977" y="100727"/>
                  </a:lnTo>
                  <a:close/>
                  <a:moveTo>
                    <a:pt x="39756" y="88277"/>
                  </a:moveTo>
                  <a:lnTo>
                    <a:pt x="39756" y="106962"/>
                  </a:lnTo>
                  <a:lnTo>
                    <a:pt x="33478" y="106962"/>
                  </a:lnTo>
                  <a:lnTo>
                    <a:pt x="33478" y="88277"/>
                  </a:lnTo>
                  <a:close/>
                  <a:moveTo>
                    <a:pt x="50908" y="88277"/>
                  </a:moveTo>
                  <a:lnTo>
                    <a:pt x="50908" y="106962"/>
                  </a:lnTo>
                  <a:lnTo>
                    <a:pt x="44610" y="106962"/>
                  </a:lnTo>
                  <a:lnTo>
                    <a:pt x="44610" y="88277"/>
                  </a:lnTo>
                  <a:close/>
                  <a:moveTo>
                    <a:pt x="77125" y="100727"/>
                  </a:moveTo>
                  <a:lnTo>
                    <a:pt x="77125" y="106962"/>
                  </a:lnTo>
                  <a:lnTo>
                    <a:pt x="55741" y="106962"/>
                  </a:lnTo>
                  <a:lnTo>
                    <a:pt x="55741" y="100727"/>
                  </a:lnTo>
                  <a:close/>
                  <a:moveTo>
                    <a:pt x="101083" y="96395"/>
                  </a:moveTo>
                  <a:lnTo>
                    <a:pt x="101083" y="106962"/>
                  </a:lnTo>
                  <a:lnTo>
                    <a:pt x="95161" y="106962"/>
                  </a:lnTo>
                  <a:lnTo>
                    <a:pt x="95161" y="96395"/>
                  </a:lnTo>
                  <a:close/>
                  <a:moveTo>
                    <a:pt x="114788" y="54883"/>
                  </a:moveTo>
                  <a:cubicBezTo>
                    <a:pt x="114809" y="54883"/>
                    <a:pt x="114850" y="54925"/>
                    <a:pt x="114850" y="54946"/>
                  </a:cubicBezTo>
                  <a:lnTo>
                    <a:pt x="114850" y="106962"/>
                  </a:lnTo>
                  <a:lnTo>
                    <a:pt x="105916" y="106962"/>
                  </a:lnTo>
                  <a:lnTo>
                    <a:pt x="105916" y="96395"/>
                  </a:lnTo>
                  <a:lnTo>
                    <a:pt x="106920" y="96395"/>
                  </a:lnTo>
                  <a:cubicBezTo>
                    <a:pt x="108259" y="96395"/>
                    <a:pt x="109327" y="95307"/>
                    <a:pt x="109327" y="93968"/>
                  </a:cubicBezTo>
                  <a:cubicBezTo>
                    <a:pt x="109327" y="92629"/>
                    <a:pt x="108259" y="91541"/>
                    <a:pt x="106920" y="91541"/>
                  </a:cubicBezTo>
                  <a:lnTo>
                    <a:pt x="89324" y="91541"/>
                  </a:lnTo>
                  <a:cubicBezTo>
                    <a:pt x="87984" y="91541"/>
                    <a:pt x="86896" y="92629"/>
                    <a:pt x="86896" y="93968"/>
                  </a:cubicBezTo>
                  <a:cubicBezTo>
                    <a:pt x="86896" y="95307"/>
                    <a:pt x="87984" y="96395"/>
                    <a:pt x="89324" y="96395"/>
                  </a:cubicBezTo>
                  <a:lnTo>
                    <a:pt x="90328" y="96395"/>
                  </a:lnTo>
                  <a:lnTo>
                    <a:pt x="90328" y="106962"/>
                  </a:lnTo>
                  <a:lnTo>
                    <a:pt x="81958" y="106962"/>
                  </a:lnTo>
                  <a:lnTo>
                    <a:pt x="81958" y="54883"/>
                  </a:lnTo>
                  <a:close/>
                  <a:moveTo>
                    <a:pt x="118993" y="111795"/>
                  </a:moveTo>
                  <a:lnTo>
                    <a:pt x="118993" y="118993"/>
                  </a:lnTo>
                  <a:lnTo>
                    <a:pt x="4834" y="118993"/>
                  </a:lnTo>
                  <a:lnTo>
                    <a:pt x="4834" y="111795"/>
                  </a:lnTo>
                  <a:close/>
                  <a:moveTo>
                    <a:pt x="41053" y="0"/>
                  </a:moveTo>
                  <a:cubicBezTo>
                    <a:pt x="32767" y="0"/>
                    <a:pt x="26051" y="6738"/>
                    <a:pt x="26051" y="15003"/>
                  </a:cubicBezTo>
                  <a:lnTo>
                    <a:pt x="26051" y="17995"/>
                  </a:lnTo>
                  <a:lnTo>
                    <a:pt x="7157" y="17995"/>
                  </a:lnTo>
                  <a:cubicBezTo>
                    <a:pt x="3704" y="17995"/>
                    <a:pt x="900" y="20819"/>
                    <a:pt x="900" y="24272"/>
                  </a:cubicBezTo>
                  <a:lnTo>
                    <a:pt x="900" y="27766"/>
                  </a:lnTo>
                  <a:cubicBezTo>
                    <a:pt x="900" y="30130"/>
                    <a:pt x="2219" y="32181"/>
                    <a:pt x="4144" y="33248"/>
                  </a:cubicBezTo>
                  <a:lnTo>
                    <a:pt x="4144" y="106962"/>
                  </a:lnTo>
                  <a:lnTo>
                    <a:pt x="2428" y="106962"/>
                  </a:lnTo>
                  <a:cubicBezTo>
                    <a:pt x="1089" y="106962"/>
                    <a:pt x="1" y="108050"/>
                    <a:pt x="1" y="109389"/>
                  </a:cubicBezTo>
                  <a:lnTo>
                    <a:pt x="1" y="121420"/>
                  </a:lnTo>
                  <a:cubicBezTo>
                    <a:pt x="1" y="122738"/>
                    <a:pt x="1089" y="123826"/>
                    <a:pt x="2428" y="123826"/>
                  </a:cubicBezTo>
                  <a:lnTo>
                    <a:pt x="121420" y="123826"/>
                  </a:lnTo>
                  <a:cubicBezTo>
                    <a:pt x="122760" y="123826"/>
                    <a:pt x="123827" y="122738"/>
                    <a:pt x="123827" y="121420"/>
                  </a:cubicBezTo>
                  <a:lnTo>
                    <a:pt x="123827" y="109389"/>
                  </a:lnTo>
                  <a:cubicBezTo>
                    <a:pt x="123827" y="108050"/>
                    <a:pt x="122739" y="106962"/>
                    <a:pt x="121420" y="106962"/>
                  </a:cubicBezTo>
                  <a:lnTo>
                    <a:pt x="119684" y="106962"/>
                  </a:lnTo>
                  <a:lnTo>
                    <a:pt x="119684" y="54946"/>
                  </a:lnTo>
                  <a:cubicBezTo>
                    <a:pt x="119684" y="52247"/>
                    <a:pt x="117487" y="50050"/>
                    <a:pt x="114788" y="50050"/>
                  </a:cubicBezTo>
                  <a:lnTo>
                    <a:pt x="81958" y="50050"/>
                  </a:lnTo>
                  <a:lnTo>
                    <a:pt x="81958" y="33248"/>
                  </a:lnTo>
                  <a:cubicBezTo>
                    <a:pt x="83904" y="32181"/>
                    <a:pt x="85202" y="30130"/>
                    <a:pt x="85202" y="27766"/>
                  </a:cubicBezTo>
                  <a:lnTo>
                    <a:pt x="85202" y="24272"/>
                  </a:lnTo>
                  <a:cubicBezTo>
                    <a:pt x="85202" y="20819"/>
                    <a:pt x="82398" y="17995"/>
                    <a:pt x="78945" y="17995"/>
                  </a:cubicBezTo>
                  <a:lnTo>
                    <a:pt x="60072" y="17995"/>
                  </a:lnTo>
                  <a:lnTo>
                    <a:pt x="60072" y="15003"/>
                  </a:lnTo>
                  <a:cubicBezTo>
                    <a:pt x="60072" y="6738"/>
                    <a:pt x="53335" y="0"/>
                    <a:pt x="450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03039" y="1186630"/>
            <a:ext cx="7349348" cy="5386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Karla" panose="020B0004030503030003" charset="0"/>
              </a:rPr>
              <a:t>To grow awareness and adoption, </a:t>
            </a:r>
            <a:r>
              <a:rPr lang="en-US" sz="1500" dirty="0" err="1">
                <a:latin typeface="Karla" panose="020B0004030503030003" charset="0"/>
              </a:rPr>
              <a:t>BloodLink</a:t>
            </a:r>
            <a:r>
              <a:rPr lang="en-US" sz="1500" dirty="0">
                <a:latin typeface="Karla" panose="020B0004030503030003" charset="0"/>
              </a:rPr>
              <a:t> will use multiple promotion methods: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858" y="931058"/>
            <a:ext cx="6233061" cy="474011"/>
          </a:xfrm>
        </p:spPr>
        <p:txBody>
          <a:bodyPr/>
          <a:lstStyle/>
          <a:p>
            <a:pPr marL="127000" indent="0" algn="l">
              <a:buNone/>
            </a:pPr>
            <a:r>
              <a:rPr lang="en-US" sz="1500" dirty="0" err="1"/>
              <a:t>BloodLink</a:t>
            </a:r>
            <a:r>
              <a:rPr lang="en-US" sz="1500" dirty="0"/>
              <a:t> offers two core services:</a:t>
            </a:r>
          </a:p>
          <a:p>
            <a:pPr marL="127000" indent="0" algn="l">
              <a:buNone/>
            </a:pPr>
            <a:endParaRPr lang="en-US" sz="1400" dirty="0"/>
          </a:p>
          <a:p>
            <a:pPr marL="127000" indent="0" algn="l">
              <a:buNone/>
            </a:pPr>
            <a:endParaRPr lang="en-US" b="1" dirty="0" smtClean="0"/>
          </a:p>
          <a:p>
            <a:pPr marL="127000" indent="0" algn="l">
              <a:buNone/>
            </a:pPr>
            <a:endParaRPr lang="en-US" sz="1400" dirty="0"/>
          </a:p>
          <a:p>
            <a:pPr marL="127000" lvl="0" indent="0" algn="l">
              <a:buNone/>
            </a:pPr>
            <a:endParaRPr lang="en-US" dirty="0"/>
          </a:p>
          <a:p>
            <a:pPr marL="127000" indent="0" algn="l">
              <a:buNone/>
            </a:pPr>
            <a:endParaRPr lang="en-US" b="1" dirty="0"/>
          </a:p>
          <a:p>
            <a:pPr marL="127000" lvl="0" indent="0" algn="l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76399" y="123858"/>
            <a:ext cx="8004873" cy="772200"/>
          </a:xfrm>
        </p:spPr>
        <p:txBody>
          <a:bodyPr/>
          <a:lstStyle/>
          <a:p>
            <a:pPr algn="ctr"/>
            <a:r>
              <a:rPr lang="en-US" sz="4700" dirty="0" smtClean="0">
                <a:latin typeface="Calibri" panose="020F0502020204030204" charset="0"/>
                <a:cs typeface="Calibri" panose="020F0502020204030204" charset="0"/>
              </a:rPr>
              <a:t>Product or Service</a:t>
            </a:r>
            <a:endParaRPr lang="en-US" sz="4700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" name="Google Shape;1556;p59"/>
          <p:cNvGrpSpPr/>
          <p:nvPr/>
        </p:nvGrpSpPr>
        <p:grpSpPr>
          <a:xfrm>
            <a:off x="7443414" y="1349632"/>
            <a:ext cx="1004626" cy="1002753"/>
            <a:chOff x="2573650" y="3394729"/>
            <a:chExt cx="432633" cy="431826"/>
          </a:xfrm>
        </p:grpSpPr>
        <p:sp>
          <p:nvSpPr>
            <p:cNvPr id="7" name="Google Shape;1557;p59"/>
            <p:cNvSpPr/>
            <p:nvPr/>
          </p:nvSpPr>
          <p:spPr>
            <a:xfrm>
              <a:off x="2667000" y="3713450"/>
              <a:ext cx="203000" cy="95250"/>
            </a:xfrm>
            <a:custGeom>
              <a:avLst/>
              <a:gdLst/>
              <a:ahLst/>
              <a:cxnLst/>
              <a:rect l="l" t="t" r="r" b="b"/>
              <a:pathLst>
                <a:path w="8120" h="3810" extrusionOk="0">
                  <a:moveTo>
                    <a:pt x="8120" y="3524"/>
                  </a:moveTo>
                  <a:lnTo>
                    <a:pt x="8120" y="2476"/>
                  </a:lnTo>
                  <a:lnTo>
                    <a:pt x="4286" y="2452"/>
                  </a:lnTo>
                  <a:lnTo>
                    <a:pt x="2238" y="857"/>
                  </a:lnTo>
                  <a:lnTo>
                    <a:pt x="1095" y="0"/>
                  </a:lnTo>
                  <a:lnTo>
                    <a:pt x="0" y="952"/>
                  </a:lnTo>
                  <a:lnTo>
                    <a:pt x="3905" y="38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8" name="Google Shape;1558;p59"/>
            <p:cNvGrpSpPr/>
            <p:nvPr/>
          </p:nvGrpSpPr>
          <p:grpSpPr>
            <a:xfrm>
              <a:off x="2573650" y="3394729"/>
              <a:ext cx="432633" cy="431826"/>
              <a:chOff x="2573650" y="3394729"/>
              <a:chExt cx="432633" cy="431826"/>
            </a:xfrm>
          </p:grpSpPr>
          <p:sp>
            <p:nvSpPr>
              <p:cNvPr id="9" name="Google Shape;1559;p59"/>
              <p:cNvSpPr/>
              <p:nvPr/>
            </p:nvSpPr>
            <p:spPr>
              <a:xfrm>
                <a:off x="2573650" y="3659580"/>
                <a:ext cx="296277" cy="16697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3788" extrusionOk="0">
                    <a:moveTo>
                      <a:pt x="0" y="1"/>
                    </a:moveTo>
                    <a:lnTo>
                      <a:pt x="0" y="1884"/>
                    </a:lnTo>
                    <a:lnTo>
                      <a:pt x="1360" y="1884"/>
                    </a:lnTo>
                    <a:lnTo>
                      <a:pt x="3871" y="3788"/>
                    </a:lnTo>
                    <a:lnTo>
                      <a:pt x="6612" y="3788"/>
                    </a:lnTo>
                    <a:cubicBezTo>
                      <a:pt x="6800" y="3788"/>
                      <a:pt x="6926" y="3662"/>
                      <a:pt x="6926" y="3474"/>
                    </a:cubicBezTo>
                    <a:lnTo>
                      <a:pt x="6926" y="3139"/>
                    </a:lnTo>
                    <a:lnTo>
                      <a:pt x="4729" y="3139"/>
                    </a:lnTo>
                    <a:cubicBezTo>
                      <a:pt x="4478" y="3139"/>
                      <a:pt x="4248" y="3055"/>
                      <a:pt x="4080" y="2867"/>
                    </a:cubicBezTo>
                    <a:lnTo>
                      <a:pt x="2783" y="1591"/>
                    </a:lnTo>
                    <a:lnTo>
                      <a:pt x="3223" y="1151"/>
                    </a:lnTo>
                    <a:lnTo>
                      <a:pt x="4520" y="2428"/>
                    </a:lnTo>
                    <a:cubicBezTo>
                      <a:pt x="4583" y="2491"/>
                      <a:pt x="4661" y="2522"/>
                      <a:pt x="4739" y="2522"/>
                    </a:cubicBezTo>
                    <a:cubicBezTo>
                      <a:pt x="4818" y="2522"/>
                      <a:pt x="4896" y="2491"/>
                      <a:pt x="4959" y="2428"/>
                    </a:cubicBezTo>
                    <a:cubicBezTo>
                      <a:pt x="5085" y="2302"/>
                      <a:pt x="5085" y="2114"/>
                      <a:pt x="4959" y="1988"/>
                    </a:cubicBezTo>
                    <a:lnTo>
                      <a:pt x="3264" y="273"/>
                    </a:lnTo>
                    <a:cubicBezTo>
                      <a:pt x="3076" y="105"/>
                      <a:pt x="2846" y="1"/>
                      <a:pt x="2595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60;p59"/>
              <p:cNvSpPr/>
              <p:nvPr/>
            </p:nvSpPr>
            <p:spPr>
              <a:xfrm>
                <a:off x="2738192" y="3540128"/>
                <a:ext cx="146963" cy="120529"/>
              </a:xfrm>
              <a:custGeom>
                <a:avLst/>
                <a:gdLst/>
                <a:ahLst/>
                <a:cxnLst/>
                <a:rect l="l" t="t" r="r" b="b"/>
                <a:pathLst>
                  <a:path w="3726" h="3056" extrusionOk="0">
                    <a:moveTo>
                      <a:pt x="775" y="1"/>
                    </a:moveTo>
                    <a:cubicBezTo>
                      <a:pt x="336" y="1"/>
                      <a:pt x="1" y="377"/>
                      <a:pt x="1" y="859"/>
                    </a:cubicBezTo>
                    <a:cubicBezTo>
                      <a:pt x="1" y="1152"/>
                      <a:pt x="126" y="1403"/>
                      <a:pt x="398" y="1717"/>
                    </a:cubicBezTo>
                    <a:cubicBezTo>
                      <a:pt x="566" y="1800"/>
                      <a:pt x="712" y="1905"/>
                      <a:pt x="838" y="2030"/>
                    </a:cubicBezTo>
                    <a:lnTo>
                      <a:pt x="1863" y="3056"/>
                    </a:lnTo>
                    <a:cubicBezTo>
                      <a:pt x="1989" y="2930"/>
                      <a:pt x="2114" y="2825"/>
                      <a:pt x="2240" y="2742"/>
                    </a:cubicBezTo>
                    <a:cubicBezTo>
                      <a:pt x="3139" y="1968"/>
                      <a:pt x="3704" y="1486"/>
                      <a:pt x="3725" y="921"/>
                    </a:cubicBezTo>
                    <a:cubicBezTo>
                      <a:pt x="3411" y="859"/>
                      <a:pt x="3139" y="712"/>
                      <a:pt x="2909" y="482"/>
                    </a:cubicBezTo>
                    <a:lnTo>
                      <a:pt x="2553" y="126"/>
                    </a:lnTo>
                    <a:cubicBezTo>
                      <a:pt x="2281" y="336"/>
                      <a:pt x="2177" y="712"/>
                      <a:pt x="2177" y="712"/>
                    </a:cubicBezTo>
                    <a:lnTo>
                      <a:pt x="1863" y="1800"/>
                    </a:lnTo>
                    <a:lnTo>
                      <a:pt x="1570" y="712"/>
                    </a:lnTo>
                    <a:cubicBezTo>
                      <a:pt x="1570" y="691"/>
                      <a:pt x="1361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561;p59"/>
              <p:cNvSpPr/>
              <p:nvPr/>
            </p:nvSpPr>
            <p:spPr>
              <a:xfrm>
                <a:off x="2616549" y="3394729"/>
                <a:ext cx="389734" cy="389734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35" extrusionOk="0">
                    <a:moveTo>
                      <a:pt x="6215" y="628"/>
                    </a:moveTo>
                    <a:lnTo>
                      <a:pt x="8726" y="2532"/>
                    </a:lnTo>
                    <a:lnTo>
                      <a:pt x="10086" y="2532"/>
                    </a:lnTo>
                    <a:lnTo>
                      <a:pt x="10086" y="4436"/>
                    </a:lnTo>
                    <a:lnTo>
                      <a:pt x="7512" y="4436"/>
                    </a:lnTo>
                    <a:cubicBezTo>
                      <a:pt x="7261" y="4436"/>
                      <a:pt x="7010" y="4332"/>
                      <a:pt x="6843" y="4143"/>
                    </a:cubicBezTo>
                    <a:lnTo>
                      <a:pt x="5148" y="2449"/>
                    </a:lnTo>
                    <a:cubicBezTo>
                      <a:pt x="5022" y="2323"/>
                      <a:pt x="5022" y="2135"/>
                      <a:pt x="5148" y="2009"/>
                    </a:cubicBezTo>
                    <a:cubicBezTo>
                      <a:pt x="5200" y="1946"/>
                      <a:pt x="5279" y="1915"/>
                      <a:pt x="5360" y="1915"/>
                    </a:cubicBezTo>
                    <a:cubicBezTo>
                      <a:pt x="5441" y="1915"/>
                      <a:pt x="5524" y="1946"/>
                      <a:pt x="5587" y="2009"/>
                    </a:cubicBezTo>
                    <a:lnTo>
                      <a:pt x="6864" y="3286"/>
                    </a:lnTo>
                    <a:lnTo>
                      <a:pt x="7303" y="2846"/>
                    </a:lnTo>
                    <a:lnTo>
                      <a:pt x="6027" y="1570"/>
                    </a:lnTo>
                    <a:cubicBezTo>
                      <a:pt x="5859" y="1382"/>
                      <a:pt x="5608" y="1277"/>
                      <a:pt x="5357" y="1277"/>
                    </a:cubicBezTo>
                    <a:lnTo>
                      <a:pt x="3160" y="1277"/>
                    </a:lnTo>
                    <a:lnTo>
                      <a:pt x="3160" y="942"/>
                    </a:lnTo>
                    <a:cubicBezTo>
                      <a:pt x="3160" y="775"/>
                      <a:pt x="3306" y="628"/>
                      <a:pt x="3474" y="628"/>
                    </a:cubicBezTo>
                    <a:close/>
                    <a:moveTo>
                      <a:pt x="4269" y="4123"/>
                    </a:moveTo>
                    <a:cubicBezTo>
                      <a:pt x="4855" y="4123"/>
                      <a:pt x="5043" y="4792"/>
                      <a:pt x="5064" y="4834"/>
                    </a:cubicBezTo>
                    <a:lnTo>
                      <a:pt x="5357" y="5922"/>
                    </a:lnTo>
                    <a:lnTo>
                      <a:pt x="5671" y="4834"/>
                    </a:lnTo>
                    <a:cubicBezTo>
                      <a:pt x="5671" y="4813"/>
                      <a:pt x="5775" y="4457"/>
                      <a:pt x="6047" y="4248"/>
                    </a:cubicBezTo>
                    <a:lnTo>
                      <a:pt x="6403" y="4604"/>
                    </a:lnTo>
                    <a:cubicBezTo>
                      <a:pt x="6633" y="4813"/>
                      <a:pt x="6905" y="4980"/>
                      <a:pt x="7219" y="5022"/>
                    </a:cubicBezTo>
                    <a:cubicBezTo>
                      <a:pt x="7198" y="5608"/>
                      <a:pt x="6633" y="6089"/>
                      <a:pt x="5734" y="6843"/>
                    </a:cubicBezTo>
                    <a:cubicBezTo>
                      <a:pt x="5608" y="6947"/>
                      <a:pt x="5483" y="7052"/>
                      <a:pt x="5357" y="7156"/>
                    </a:cubicBezTo>
                    <a:lnTo>
                      <a:pt x="4332" y="6152"/>
                    </a:lnTo>
                    <a:cubicBezTo>
                      <a:pt x="4206" y="6006"/>
                      <a:pt x="4060" y="5922"/>
                      <a:pt x="3892" y="5838"/>
                    </a:cubicBezTo>
                    <a:cubicBezTo>
                      <a:pt x="3620" y="5524"/>
                      <a:pt x="3495" y="5252"/>
                      <a:pt x="3495" y="4980"/>
                    </a:cubicBezTo>
                    <a:cubicBezTo>
                      <a:pt x="3495" y="4478"/>
                      <a:pt x="3830" y="4123"/>
                      <a:pt x="4269" y="4123"/>
                    </a:cubicBezTo>
                    <a:close/>
                    <a:moveTo>
                      <a:pt x="3223" y="6319"/>
                    </a:moveTo>
                    <a:cubicBezTo>
                      <a:pt x="3474" y="6319"/>
                      <a:pt x="3704" y="6403"/>
                      <a:pt x="3892" y="6591"/>
                    </a:cubicBezTo>
                    <a:lnTo>
                      <a:pt x="5587" y="8286"/>
                    </a:lnTo>
                    <a:cubicBezTo>
                      <a:pt x="5713" y="8412"/>
                      <a:pt x="5713" y="8621"/>
                      <a:pt x="5587" y="8747"/>
                    </a:cubicBezTo>
                    <a:cubicBezTo>
                      <a:pt x="5524" y="8799"/>
                      <a:pt x="5446" y="8825"/>
                      <a:pt x="5367" y="8825"/>
                    </a:cubicBezTo>
                    <a:cubicBezTo>
                      <a:pt x="5289" y="8825"/>
                      <a:pt x="5211" y="8799"/>
                      <a:pt x="5148" y="8747"/>
                    </a:cubicBezTo>
                    <a:lnTo>
                      <a:pt x="3851" y="7449"/>
                    </a:lnTo>
                    <a:lnTo>
                      <a:pt x="3411" y="7889"/>
                    </a:lnTo>
                    <a:lnTo>
                      <a:pt x="4708" y="9186"/>
                    </a:lnTo>
                    <a:cubicBezTo>
                      <a:pt x="4876" y="9353"/>
                      <a:pt x="5106" y="9458"/>
                      <a:pt x="5357" y="9458"/>
                    </a:cubicBezTo>
                    <a:lnTo>
                      <a:pt x="7575" y="9458"/>
                    </a:lnTo>
                    <a:lnTo>
                      <a:pt x="7575" y="9793"/>
                    </a:lnTo>
                    <a:cubicBezTo>
                      <a:pt x="7575" y="9960"/>
                      <a:pt x="7428" y="10107"/>
                      <a:pt x="7261" y="10107"/>
                    </a:cubicBezTo>
                    <a:lnTo>
                      <a:pt x="4499" y="10107"/>
                    </a:lnTo>
                    <a:lnTo>
                      <a:pt x="1988" y="8203"/>
                    </a:lnTo>
                    <a:lnTo>
                      <a:pt x="628" y="8203"/>
                    </a:lnTo>
                    <a:lnTo>
                      <a:pt x="628" y="6319"/>
                    </a:lnTo>
                    <a:close/>
                    <a:moveTo>
                      <a:pt x="3474" y="1"/>
                    </a:moveTo>
                    <a:cubicBezTo>
                      <a:pt x="2951" y="1"/>
                      <a:pt x="2532" y="440"/>
                      <a:pt x="2532" y="942"/>
                    </a:cubicBezTo>
                    <a:lnTo>
                      <a:pt x="2532" y="1905"/>
                    </a:lnTo>
                    <a:lnTo>
                      <a:pt x="4478" y="1905"/>
                    </a:lnTo>
                    <a:cubicBezTo>
                      <a:pt x="4353" y="2239"/>
                      <a:pt x="4436" y="2637"/>
                      <a:pt x="4687" y="2888"/>
                    </a:cubicBezTo>
                    <a:lnTo>
                      <a:pt x="5608" y="3788"/>
                    </a:lnTo>
                    <a:cubicBezTo>
                      <a:pt x="5503" y="3871"/>
                      <a:pt x="5420" y="3976"/>
                      <a:pt x="5357" y="4060"/>
                    </a:cubicBezTo>
                    <a:cubicBezTo>
                      <a:pt x="5085" y="3683"/>
                      <a:pt x="4708" y="3474"/>
                      <a:pt x="4269" y="3474"/>
                    </a:cubicBezTo>
                    <a:cubicBezTo>
                      <a:pt x="3871" y="3474"/>
                      <a:pt x="3516" y="3641"/>
                      <a:pt x="3265" y="3934"/>
                    </a:cubicBezTo>
                    <a:cubicBezTo>
                      <a:pt x="3014" y="4206"/>
                      <a:pt x="2867" y="4583"/>
                      <a:pt x="2867" y="4980"/>
                    </a:cubicBezTo>
                    <a:cubicBezTo>
                      <a:pt x="2867" y="5211"/>
                      <a:pt x="2930" y="5441"/>
                      <a:pt x="3034" y="5671"/>
                    </a:cubicBezTo>
                    <a:lnTo>
                      <a:pt x="1" y="5671"/>
                    </a:lnTo>
                    <a:lnTo>
                      <a:pt x="1" y="8830"/>
                    </a:lnTo>
                    <a:lnTo>
                      <a:pt x="1779" y="8830"/>
                    </a:lnTo>
                    <a:lnTo>
                      <a:pt x="4290" y="10734"/>
                    </a:lnTo>
                    <a:lnTo>
                      <a:pt x="7240" y="10734"/>
                    </a:lnTo>
                    <a:cubicBezTo>
                      <a:pt x="7763" y="10734"/>
                      <a:pt x="8182" y="10295"/>
                      <a:pt x="8182" y="9793"/>
                    </a:cubicBezTo>
                    <a:lnTo>
                      <a:pt x="8182" y="8830"/>
                    </a:lnTo>
                    <a:lnTo>
                      <a:pt x="6257" y="8830"/>
                    </a:lnTo>
                    <a:cubicBezTo>
                      <a:pt x="6361" y="8496"/>
                      <a:pt x="6299" y="8098"/>
                      <a:pt x="6027" y="7847"/>
                    </a:cubicBezTo>
                    <a:lnTo>
                      <a:pt x="5796" y="7617"/>
                    </a:lnTo>
                    <a:cubicBezTo>
                      <a:pt x="5922" y="7512"/>
                      <a:pt x="6027" y="7428"/>
                      <a:pt x="6131" y="7324"/>
                    </a:cubicBezTo>
                    <a:cubicBezTo>
                      <a:pt x="7094" y="6508"/>
                      <a:pt x="7805" y="5901"/>
                      <a:pt x="7847" y="5064"/>
                    </a:cubicBezTo>
                    <a:lnTo>
                      <a:pt x="10734" y="5064"/>
                    </a:lnTo>
                    <a:lnTo>
                      <a:pt x="10734" y="1905"/>
                    </a:lnTo>
                    <a:lnTo>
                      <a:pt x="8956" y="1905"/>
                    </a:lnTo>
                    <a:lnTo>
                      <a:pt x="64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ext Placeholder 4"/>
          <p:cNvSpPr txBox="1"/>
          <p:nvPr/>
        </p:nvSpPr>
        <p:spPr>
          <a:xfrm>
            <a:off x="876399" y="1440069"/>
            <a:ext cx="6233061" cy="1103100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●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○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■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●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○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■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●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○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Karla" panose="020B0004030503030003"/>
              <a:buChar char="■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9pPr>
          </a:lstStyle>
          <a:p>
            <a:pPr marL="469900" lvl="0" indent="-342900" algn="l">
              <a:buAutoNum type="arabicPeriod"/>
            </a:pPr>
            <a:r>
              <a:rPr lang="en-US" sz="1500" b="1" dirty="0" smtClean="0"/>
              <a:t>AI-Based </a:t>
            </a:r>
            <a:r>
              <a:rPr lang="en-US" sz="1500" b="1" dirty="0"/>
              <a:t>Blood Matching </a:t>
            </a:r>
            <a:r>
              <a:rPr lang="en-US" sz="1500" b="1" dirty="0" smtClean="0"/>
              <a:t>System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sz="1400" dirty="0" smtClean="0"/>
              <a:t>Identifies </a:t>
            </a:r>
            <a:r>
              <a:rPr lang="en-US" sz="1400" dirty="0"/>
              <a:t>nearest eligible </a:t>
            </a:r>
            <a:r>
              <a:rPr lang="en-US" sz="1400" dirty="0" smtClean="0"/>
              <a:t>donors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sz="1400" dirty="0" smtClean="0"/>
              <a:t>Real-time </a:t>
            </a:r>
            <a:r>
              <a:rPr lang="en-US" sz="1400" dirty="0"/>
              <a:t>alerts for </a:t>
            </a:r>
            <a:r>
              <a:rPr lang="en-US" sz="1400" dirty="0" smtClean="0"/>
              <a:t>emergencies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sz="1400" dirty="0" smtClean="0"/>
              <a:t>Reduces </a:t>
            </a:r>
            <a:r>
              <a:rPr lang="en-US" sz="1400" dirty="0"/>
              <a:t>response time from hours to minutes</a:t>
            </a:r>
          </a:p>
          <a:p>
            <a:pPr marL="127000" lvl="0" indent="0" algn="l">
              <a:buNone/>
            </a:pPr>
            <a:endParaRPr lang="en-US" sz="1500" b="1" dirty="0"/>
          </a:p>
          <a:p>
            <a:pPr marL="127000" indent="0" algn="l">
              <a:buFont typeface="Karla" panose="020B0004030503030003"/>
              <a:buNone/>
            </a:pPr>
            <a:endParaRPr lang="en-US" sz="1500" dirty="0" smtClean="0"/>
          </a:p>
          <a:p>
            <a:pPr marL="127000" indent="0" algn="l">
              <a:buFont typeface="Karla" panose="020B0004030503030003"/>
              <a:buNone/>
            </a:pPr>
            <a:endParaRPr lang="en-US" sz="1400" dirty="0" smtClean="0"/>
          </a:p>
          <a:p>
            <a:pPr marL="127000" indent="0" algn="l">
              <a:buFont typeface="Karla" panose="020B0004030503030003"/>
              <a:buNone/>
            </a:pPr>
            <a:endParaRPr lang="en-US" b="1" dirty="0" smtClean="0"/>
          </a:p>
          <a:p>
            <a:pPr marL="127000" indent="0" algn="l">
              <a:buFont typeface="Karla" panose="020B0004030503030003"/>
              <a:buNone/>
            </a:pPr>
            <a:endParaRPr lang="en-US" sz="1400" dirty="0" smtClean="0"/>
          </a:p>
          <a:p>
            <a:pPr marL="127000" indent="0" algn="l">
              <a:buFont typeface="Karla" panose="020B0004030503030003"/>
              <a:buNone/>
            </a:pPr>
            <a:endParaRPr lang="en-US" dirty="0" smtClean="0"/>
          </a:p>
          <a:p>
            <a:pPr marL="127000" indent="0" algn="l">
              <a:buFont typeface="Karla" panose="020B0004030503030003"/>
              <a:buNone/>
            </a:pPr>
            <a:endParaRPr lang="en-US" b="1" dirty="0" smtClean="0"/>
          </a:p>
          <a:p>
            <a:pPr marL="127000" indent="0" algn="l">
              <a:buFont typeface="Karla" panose="020B0004030503030003"/>
              <a:buNone/>
            </a:pPr>
            <a:endParaRPr lang="en-US" dirty="0"/>
          </a:p>
        </p:txBody>
      </p:sp>
      <p:sp>
        <p:nvSpPr>
          <p:cNvPr id="15" name="Text Placeholder 4"/>
          <p:cNvSpPr txBox="1"/>
          <p:nvPr/>
        </p:nvSpPr>
        <p:spPr>
          <a:xfrm>
            <a:off x="876398" y="2767860"/>
            <a:ext cx="6233061" cy="1346940"/>
          </a:xfrm>
          <a:prstGeom prst="rect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●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○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■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●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○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■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●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 panose="020B0004030503030003"/>
              <a:buChar char="○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Karla" panose="020B0004030503030003"/>
              <a:buChar char="■"/>
              <a:defRPr sz="1600" b="0" i="0" u="none" strike="noStrike" cap="none">
                <a:solidFill>
                  <a:schemeClr val="dk1"/>
                </a:solidFill>
                <a:latin typeface="Karla" panose="020B0004030503030003"/>
                <a:ea typeface="Karla" panose="020B0004030503030003"/>
                <a:cs typeface="Karla" panose="020B0004030503030003"/>
                <a:sym typeface="Karla" panose="020B0004030503030003"/>
              </a:defRPr>
            </a:lvl9pPr>
          </a:lstStyle>
          <a:p>
            <a:pPr marL="469900" lvl="0" indent="-342900" algn="l">
              <a:buAutoNum type="arabicPeriod" startAt="2"/>
            </a:pPr>
            <a:r>
              <a:rPr lang="en-US" sz="1500" b="1" dirty="0" smtClean="0"/>
              <a:t>Gamified </a:t>
            </a:r>
            <a:r>
              <a:rPr lang="en-US" sz="1500" b="1" dirty="0"/>
              <a:t>Donor Engagement </a:t>
            </a:r>
            <a:r>
              <a:rPr lang="en-US" sz="1500" b="1" dirty="0" smtClean="0"/>
              <a:t>System</a:t>
            </a:r>
            <a:endParaRPr lang="en-US" sz="1500" dirty="0"/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sz="1400" dirty="0" smtClean="0"/>
              <a:t>Points</a:t>
            </a:r>
            <a:r>
              <a:rPr lang="en-US" sz="1400" dirty="0"/>
              <a:t>, badges, </a:t>
            </a:r>
            <a:r>
              <a:rPr lang="en-US" sz="1400" dirty="0" smtClean="0"/>
              <a:t>milestones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sz="1400" dirty="0" smtClean="0"/>
              <a:t>Redeemable rewards</a:t>
            </a:r>
          </a:p>
          <a:p>
            <a:pPr lvl="0" algn="l">
              <a:buFont typeface="Wingdings" panose="05000000000000000000" pitchFamily="2" charset="2"/>
              <a:buChar char="q"/>
            </a:pPr>
            <a:r>
              <a:rPr lang="en-US" sz="1400" dirty="0" smtClean="0"/>
              <a:t>Monthly </a:t>
            </a:r>
            <a:r>
              <a:rPr lang="en-US" sz="1400" dirty="0"/>
              <a:t>and annual </a:t>
            </a:r>
            <a:r>
              <a:rPr lang="en-US" sz="1400" dirty="0" smtClean="0"/>
              <a:t>leaderboards</a:t>
            </a:r>
          </a:p>
          <a:p>
            <a:pPr marL="127000" indent="0" algn="l">
              <a:buNone/>
            </a:pPr>
            <a:r>
              <a:rPr lang="en-US" sz="1400" dirty="0"/>
              <a:t>These features encourage long-term donor participation.</a:t>
            </a:r>
          </a:p>
          <a:p>
            <a:pPr marL="127000" lvl="0" indent="0" algn="l">
              <a:buNone/>
            </a:pPr>
            <a:endParaRPr lang="en-US" sz="1400" dirty="0"/>
          </a:p>
          <a:p>
            <a:pPr marL="127000" lvl="0" indent="0" algn="l">
              <a:buNone/>
            </a:pPr>
            <a:endParaRPr lang="en-US" sz="1500" b="1" dirty="0"/>
          </a:p>
          <a:p>
            <a:pPr marL="127000" indent="0" algn="l">
              <a:buFont typeface="Karla" panose="020B0004030503030003"/>
              <a:buNone/>
            </a:pPr>
            <a:endParaRPr lang="en-US" sz="1500" dirty="0" smtClean="0"/>
          </a:p>
          <a:p>
            <a:pPr marL="127000" indent="0" algn="l">
              <a:buFont typeface="Karla" panose="020B0004030503030003"/>
              <a:buNone/>
            </a:pPr>
            <a:endParaRPr lang="en-US" sz="1400" dirty="0" smtClean="0"/>
          </a:p>
          <a:p>
            <a:pPr marL="127000" indent="0" algn="l">
              <a:buFont typeface="Karla" panose="020B0004030503030003"/>
              <a:buNone/>
            </a:pPr>
            <a:endParaRPr lang="en-US" b="1" dirty="0" smtClean="0"/>
          </a:p>
          <a:p>
            <a:pPr marL="127000" indent="0" algn="l">
              <a:buFont typeface="Karla" panose="020B0004030503030003"/>
              <a:buNone/>
            </a:pPr>
            <a:endParaRPr lang="en-US" sz="1400" dirty="0" smtClean="0"/>
          </a:p>
          <a:p>
            <a:pPr marL="127000" indent="0" algn="l">
              <a:buFont typeface="Karla" panose="020B0004030503030003"/>
              <a:buNone/>
            </a:pPr>
            <a:endParaRPr lang="en-US" dirty="0" smtClean="0"/>
          </a:p>
          <a:p>
            <a:pPr marL="127000" indent="0" algn="l">
              <a:buFont typeface="Karla" panose="020B0004030503030003"/>
              <a:buNone/>
            </a:pPr>
            <a:endParaRPr lang="en-US" b="1" dirty="0" smtClean="0"/>
          </a:p>
          <a:p>
            <a:pPr marL="127000" indent="0" algn="l">
              <a:buFont typeface="Karla" panose="020B0004030503030003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763097" y="2258292"/>
            <a:ext cx="5787279" cy="1732699"/>
          </a:xfrm>
        </p:spPr>
        <p:txBody>
          <a:bodyPr/>
          <a:lstStyle/>
          <a:p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Initial funding from founders.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Additional CSR sponsorships.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Minimum viable operational cost.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13232" y="396756"/>
            <a:ext cx="7717500" cy="822900"/>
          </a:xfrm>
        </p:spPr>
        <p:txBody>
          <a:bodyPr/>
          <a:lstStyle/>
          <a:p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Financial Plan – 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3"/>
          <a:stretch>
            <a:fillRect/>
          </a:stretch>
        </p:blipFill>
        <p:spPr>
          <a:xfrm>
            <a:off x="449581" y="723900"/>
            <a:ext cx="8221980" cy="4251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180" y="297180"/>
            <a:ext cx="7711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Initial Investment (CAPEX) – Year 1 Pre-Launch Budget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>
            <a:spLocks noGrp="1"/>
          </p:cNvSpPr>
          <p:nvPr>
            <p:ph type="title"/>
          </p:nvPr>
        </p:nvSpPr>
        <p:spPr>
          <a:xfrm>
            <a:off x="781812" y="773321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Revenue Model</a:t>
            </a:r>
            <a:endParaRPr sz="4700" u="none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32" name="Google Shape;1032;p53"/>
          <p:cNvSpPr txBox="1">
            <a:spLocks noGrp="1"/>
          </p:cNvSpPr>
          <p:nvPr>
            <p:ph type="subTitle" idx="4294967295"/>
          </p:nvPr>
        </p:nvSpPr>
        <p:spPr>
          <a:xfrm>
            <a:off x="645392" y="1301242"/>
            <a:ext cx="4484408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20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Hospital subscription fees.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CSR sponsorship packages.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 smtClean="0"/>
              <a:t>Advertisements on Mobile App</a:t>
            </a:r>
            <a:endParaRPr lang="en-US" sz="1600" dirty="0"/>
          </a:p>
        </p:txBody>
      </p:sp>
      <p:sp>
        <p:nvSpPr>
          <p:cNvPr id="1052" name="Google Shape;1052;p53"/>
          <p:cNvSpPr/>
          <p:nvPr/>
        </p:nvSpPr>
        <p:spPr>
          <a:xfrm>
            <a:off x="5514814" y="2164144"/>
            <a:ext cx="277764" cy="251654"/>
          </a:xfrm>
          <a:custGeom>
            <a:avLst/>
            <a:gdLst/>
            <a:ahLst/>
            <a:cxnLst/>
            <a:rect l="l" t="t" r="r" b="b"/>
            <a:pathLst>
              <a:path w="19585" h="17744" fill="none" extrusionOk="0">
                <a:moveTo>
                  <a:pt x="17388" y="2177"/>
                </a:moveTo>
                <a:lnTo>
                  <a:pt x="17388" y="2177"/>
                </a:lnTo>
                <a:cubicBezTo>
                  <a:pt x="15317" y="105"/>
                  <a:pt x="12011" y="1"/>
                  <a:pt x="9793" y="1863"/>
                </a:cubicBezTo>
                <a:cubicBezTo>
                  <a:pt x="7596" y="1"/>
                  <a:pt x="4269" y="105"/>
                  <a:pt x="2197" y="2177"/>
                </a:cubicBezTo>
                <a:cubicBezTo>
                  <a:pt x="126" y="4248"/>
                  <a:pt x="1" y="7554"/>
                  <a:pt x="1842" y="9772"/>
                </a:cubicBezTo>
                <a:cubicBezTo>
                  <a:pt x="1946" y="9897"/>
                  <a:pt x="2072" y="10023"/>
                  <a:pt x="2197" y="10149"/>
                </a:cubicBezTo>
                <a:lnTo>
                  <a:pt x="9793" y="17744"/>
                </a:lnTo>
                <a:lnTo>
                  <a:pt x="17388" y="10149"/>
                </a:lnTo>
                <a:cubicBezTo>
                  <a:pt x="17514" y="10023"/>
                  <a:pt x="17639" y="9897"/>
                  <a:pt x="17744" y="9772"/>
                </a:cubicBezTo>
                <a:cubicBezTo>
                  <a:pt x="19585" y="7554"/>
                  <a:pt x="19459" y="4248"/>
                  <a:pt x="17388" y="2177"/>
                </a:cubicBezTo>
                <a:close/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53"/>
          <p:cNvSpPr/>
          <p:nvPr/>
        </p:nvSpPr>
        <p:spPr>
          <a:xfrm>
            <a:off x="5622824" y="2092914"/>
            <a:ext cx="1619349" cy="970671"/>
          </a:xfrm>
          <a:custGeom>
            <a:avLst/>
            <a:gdLst/>
            <a:ahLst/>
            <a:cxnLst/>
            <a:rect l="l" t="t" r="r" b="b"/>
            <a:pathLst>
              <a:path w="48816" h="38626" fill="none" extrusionOk="0">
                <a:moveTo>
                  <a:pt x="0" y="23372"/>
                </a:moveTo>
                <a:lnTo>
                  <a:pt x="13329" y="23372"/>
                </a:lnTo>
                <a:lnTo>
                  <a:pt x="17869" y="0"/>
                </a:lnTo>
                <a:lnTo>
                  <a:pt x="23874" y="38625"/>
                </a:lnTo>
                <a:lnTo>
                  <a:pt x="28582" y="23121"/>
                </a:lnTo>
                <a:lnTo>
                  <a:pt x="48815" y="23121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53"/>
          <p:cNvSpPr/>
          <p:nvPr/>
        </p:nvSpPr>
        <p:spPr>
          <a:xfrm>
            <a:off x="5129800" y="2656776"/>
            <a:ext cx="508475" cy="251644"/>
          </a:xfrm>
          <a:custGeom>
            <a:avLst/>
            <a:gdLst/>
            <a:ahLst/>
            <a:cxnLst/>
            <a:rect l="l" t="t" r="r" b="b"/>
            <a:pathLst>
              <a:path w="22326" h="10947" extrusionOk="0">
                <a:moveTo>
                  <a:pt x="0" y="1"/>
                </a:moveTo>
                <a:lnTo>
                  <a:pt x="10357" y="10442"/>
                </a:lnTo>
                <a:cubicBezTo>
                  <a:pt x="10685" y="10779"/>
                  <a:pt x="11117" y="10947"/>
                  <a:pt x="11549" y="10947"/>
                </a:cubicBezTo>
                <a:cubicBezTo>
                  <a:pt x="12001" y="10947"/>
                  <a:pt x="12453" y="10764"/>
                  <a:pt x="12784" y="10400"/>
                </a:cubicBezTo>
                <a:lnTo>
                  <a:pt x="2232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53"/>
          <p:cNvSpPr/>
          <p:nvPr/>
        </p:nvSpPr>
        <p:spPr>
          <a:xfrm>
            <a:off x="5005175" y="2024500"/>
            <a:ext cx="931987" cy="819387"/>
          </a:xfrm>
          <a:custGeom>
            <a:avLst/>
            <a:gdLst/>
            <a:ahLst/>
            <a:cxnLst/>
            <a:rect l="l" t="t" r="r" b="b"/>
            <a:pathLst>
              <a:path w="41681" h="36637" extrusionOk="0">
                <a:moveTo>
                  <a:pt x="13113" y="0"/>
                </a:moveTo>
                <a:cubicBezTo>
                  <a:pt x="10043" y="0"/>
                  <a:pt x="6974" y="1165"/>
                  <a:pt x="4645" y="3493"/>
                </a:cubicBezTo>
                <a:cubicBezTo>
                  <a:pt x="251" y="7908"/>
                  <a:pt x="0" y="14960"/>
                  <a:pt x="3913" y="19646"/>
                </a:cubicBezTo>
                <a:cubicBezTo>
                  <a:pt x="4143" y="19918"/>
                  <a:pt x="4394" y="20190"/>
                  <a:pt x="4645" y="20462"/>
                </a:cubicBezTo>
                <a:lnTo>
                  <a:pt x="20840" y="36636"/>
                </a:lnTo>
                <a:lnTo>
                  <a:pt x="37035" y="20462"/>
                </a:lnTo>
                <a:cubicBezTo>
                  <a:pt x="37286" y="20190"/>
                  <a:pt x="37537" y="19918"/>
                  <a:pt x="37768" y="19646"/>
                </a:cubicBezTo>
                <a:cubicBezTo>
                  <a:pt x="41680" y="14960"/>
                  <a:pt x="41429" y="7908"/>
                  <a:pt x="37035" y="3493"/>
                </a:cubicBezTo>
                <a:cubicBezTo>
                  <a:pt x="34706" y="1165"/>
                  <a:pt x="31632" y="0"/>
                  <a:pt x="28559" y="0"/>
                </a:cubicBezTo>
                <a:cubicBezTo>
                  <a:pt x="25807" y="0"/>
                  <a:pt x="23055" y="934"/>
                  <a:pt x="20840" y="2803"/>
                </a:cubicBezTo>
                <a:cubicBezTo>
                  <a:pt x="18616" y="934"/>
                  <a:pt x="15864" y="0"/>
                  <a:pt x="13113" y="0"/>
                </a:cubicBez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53"/>
          <p:cNvSpPr/>
          <p:nvPr/>
        </p:nvSpPr>
        <p:spPr>
          <a:xfrm>
            <a:off x="7009634" y="2210499"/>
            <a:ext cx="931987" cy="819387"/>
          </a:xfrm>
          <a:custGeom>
            <a:avLst/>
            <a:gdLst/>
            <a:ahLst/>
            <a:cxnLst/>
            <a:rect l="l" t="t" r="r" b="b"/>
            <a:pathLst>
              <a:path w="41681" h="36637" extrusionOk="0">
                <a:moveTo>
                  <a:pt x="13113" y="0"/>
                </a:moveTo>
                <a:cubicBezTo>
                  <a:pt x="10043" y="0"/>
                  <a:pt x="6974" y="1165"/>
                  <a:pt x="4645" y="3493"/>
                </a:cubicBezTo>
                <a:cubicBezTo>
                  <a:pt x="251" y="7908"/>
                  <a:pt x="0" y="14960"/>
                  <a:pt x="3913" y="19646"/>
                </a:cubicBezTo>
                <a:cubicBezTo>
                  <a:pt x="4143" y="19918"/>
                  <a:pt x="4394" y="20190"/>
                  <a:pt x="4645" y="20462"/>
                </a:cubicBezTo>
                <a:lnTo>
                  <a:pt x="20840" y="36636"/>
                </a:lnTo>
                <a:lnTo>
                  <a:pt x="37035" y="20462"/>
                </a:lnTo>
                <a:cubicBezTo>
                  <a:pt x="37286" y="20190"/>
                  <a:pt x="37537" y="19918"/>
                  <a:pt x="37768" y="19646"/>
                </a:cubicBezTo>
                <a:cubicBezTo>
                  <a:pt x="41680" y="14960"/>
                  <a:pt x="41429" y="7908"/>
                  <a:pt x="37035" y="3493"/>
                </a:cubicBezTo>
                <a:cubicBezTo>
                  <a:pt x="34706" y="1165"/>
                  <a:pt x="31632" y="0"/>
                  <a:pt x="28559" y="0"/>
                </a:cubicBezTo>
                <a:cubicBezTo>
                  <a:pt x="25807" y="0"/>
                  <a:pt x="23055" y="934"/>
                  <a:pt x="20840" y="2803"/>
                </a:cubicBezTo>
                <a:cubicBezTo>
                  <a:pt x="18616" y="934"/>
                  <a:pt x="15864" y="0"/>
                  <a:pt x="13113" y="0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8" name="Google Shape;1058;p53"/>
          <p:cNvCxnSpPr/>
          <p:nvPr/>
        </p:nvCxnSpPr>
        <p:spPr>
          <a:xfrm>
            <a:off x="5876649" y="3462274"/>
            <a:ext cx="116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3" name="Google Shape;9863;p70"/>
          <p:cNvGrpSpPr/>
          <p:nvPr/>
        </p:nvGrpSpPr>
        <p:grpSpPr>
          <a:xfrm>
            <a:off x="7092122" y="3138835"/>
            <a:ext cx="385615" cy="434750"/>
            <a:chOff x="3299850" y="238575"/>
            <a:chExt cx="427725" cy="482225"/>
          </a:xfrm>
          <a:solidFill>
            <a:schemeClr val="accent2"/>
          </a:solidFill>
        </p:grpSpPr>
        <p:sp>
          <p:nvSpPr>
            <p:cNvPr id="78" name="Google Shape;9864;p70"/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79" name="Google Shape;9865;p70"/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80" name="Google Shape;9866;p70"/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81" name="Google Shape;9867;p70"/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82" name="Google Shape;9868;p70"/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64" name="Google Shape;9990;p70"/>
          <p:cNvGrpSpPr/>
          <p:nvPr/>
        </p:nvGrpSpPr>
        <p:grpSpPr>
          <a:xfrm>
            <a:off x="5367357" y="3253832"/>
            <a:ext cx="453921" cy="385972"/>
            <a:chOff x="6222125" y="2025975"/>
            <a:chExt cx="499450" cy="474125"/>
          </a:xfrm>
          <a:solidFill>
            <a:schemeClr val="accent2"/>
          </a:solidFill>
        </p:grpSpPr>
        <p:sp>
          <p:nvSpPr>
            <p:cNvPr id="75" name="Google Shape;9991;p70"/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76" name="Google Shape;9992;p70"/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77" name="Google Shape;9993;p70"/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7458" y="474246"/>
            <a:ext cx="8555064" cy="626133"/>
          </a:xfrm>
        </p:spPr>
        <p:txBody>
          <a:bodyPr/>
          <a:lstStyle/>
          <a:p>
            <a:pPr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Hospital Subscription Plans (B2B Revenue Model)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4946" y="1286360"/>
          <a:ext cx="8307096" cy="308416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84516"/>
                <a:gridCol w="1384516"/>
                <a:gridCol w="1384516"/>
                <a:gridCol w="1384516"/>
                <a:gridCol w="1384516"/>
                <a:gridCol w="1384516"/>
              </a:tblGrid>
              <a:tr h="738641">
                <a:tc>
                  <a:txBody>
                    <a:bodyPr/>
                    <a:lstStyle/>
                    <a:p>
                      <a:pPr lvl="1" algn="ctr"/>
                      <a:r>
                        <a:rPr lang="en-US" dirty="0" smtClean="0">
                          <a:latin typeface="Karla" panose="020B0004030503030003" charset="0"/>
                        </a:rPr>
                        <a:t>Tier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Karla" panose="020B0004030503030003" charset="0"/>
                        </a:rPr>
                        <a:t>Customers%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Karla" panose="020B0004030503030003" charset="0"/>
                        </a:rPr>
                        <a:t>Hospitals (Out of 50)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Karla" panose="020B0004030503030003" charset="0"/>
                        </a:rPr>
                        <a:t>Monthly Fee (PKR)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Karla" panose="020B0004030503030003" charset="0"/>
                        </a:rPr>
                        <a:t>Annual Fee (PKR)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Karla" panose="020B0004030503030003" charset="0"/>
                        </a:rPr>
                        <a:t>Total Annual Revenue (PKR)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Starter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40%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38,000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456,000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9,120,000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Professional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40%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120,000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1,440,000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28,800,000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Enterprise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20%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350,000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4,200,000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42,000,000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Totals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100%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50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—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—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79,920,000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09769" y="944307"/>
            <a:ext cx="4585359" cy="2997900"/>
          </a:xfrm>
        </p:spPr>
        <p:txBody>
          <a:bodyPr/>
          <a:lstStyle/>
          <a:p>
            <a:endParaRPr lang="en-US" sz="20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AI development &amp; maintenance.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Cloud hosting charges.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Marketing &amp; outreach.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Team salaries &amp; operations</a:t>
            </a:r>
            <a:r>
              <a:rPr lang="en-US" sz="1600" dirty="0" smtClean="0"/>
              <a:t>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 smtClean="0"/>
              <a:t>Rewards System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58766" y="381910"/>
            <a:ext cx="5896029" cy="822900"/>
          </a:xfrm>
        </p:spPr>
        <p:txBody>
          <a:bodyPr/>
          <a:lstStyle/>
          <a:p>
            <a:pPr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Cost Structure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5981514" y="1497075"/>
            <a:ext cx="779690" cy="3133775"/>
            <a:chOff x="6870530" y="1497075"/>
            <a:chExt cx="779690" cy="3133775"/>
          </a:xfrm>
        </p:grpSpPr>
        <p:cxnSp>
          <p:nvCxnSpPr>
            <p:cNvPr id="55" name="Google Shape;1118;p54"/>
            <p:cNvCxnSpPr/>
            <p:nvPr/>
          </p:nvCxnSpPr>
          <p:spPr>
            <a:xfrm>
              <a:off x="7272538" y="2126633"/>
              <a:ext cx="0" cy="95635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" name="Google Shape;10643;p72"/>
            <p:cNvGrpSpPr/>
            <p:nvPr/>
          </p:nvGrpSpPr>
          <p:grpSpPr>
            <a:xfrm>
              <a:off x="6975788" y="1497075"/>
              <a:ext cx="670352" cy="665061"/>
              <a:chOff x="2508825" y="2318350"/>
              <a:chExt cx="297750" cy="295400"/>
            </a:xfrm>
            <a:solidFill>
              <a:schemeClr val="accent2"/>
            </a:solidFill>
          </p:grpSpPr>
          <p:sp>
            <p:nvSpPr>
              <p:cNvPr id="12" name="Google Shape;10644;p72"/>
              <p:cNvSpPr/>
              <p:nvPr/>
            </p:nvSpPr>
            <p:spPr>
              <a:xfrm>
                <a:off x="2508825" y="2318350"/>
                <a:ext cx="29775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16" extrusionOk="0">
                    <a:moveTo>
                      <a:pt x="5892" y="694"/>
                    </a:moveTo>
                    <a:cubicBezTo>
                      <a:pt x="7625" y="694"/>
                      <a:pt x="9043" y="2112"/>
                      <a:pt x="9043" y="3845"/>
                    </a:cubicBezTo>
                    <a:cubicBezTo>
                      <a:pt x="9043" y="5483"/>
                      <a:pt x="7751" y="6838"/>
                      <a:pt x="6081" y="6932"/>
                    </a:cubicBezTo>
                    <a:cubicBezTo>
                      <a:pt x="6018" y="6932"/>
                      <a:pt x="5987" y="6901"/>
                      <a:pt x="5924" y="6869"/>
                    </a:cubicBezTo>
                    <a:lnTo>
                      <a:pt x="5766" y="6711"/>
                    </a:lnTo>
                    <a:cubicBezTo>
                      <a:pt x="5297" y="6298"/>
                      <a:pt x="4683" y="6101"/>
                      <a:pt x="4072" y="6101"/>
                    </a:cubicBezTo>
                    <a:cubicBezTo>
                      <a:pt x="3985" y="6101"/>
                      <a:pt x="3899" y="6105"/>
                      <a:pt x="3813" y="6113"/>
                    </a:cubicBezTo>
                    <a:cubicBezTo>
                      <a:pt x="3151" y="5577"/>
                      <a:pt x="2773" y="4727"/>
                      <a:pt x="2773" y="3845"/>
                    </a:cubicBezTo>
                    <a:cubicBezTo>
                      <a:pt x="2773" y="2112"/>
                      <a:pt x="4191" y="694"/>
                      <a:pt x="5892" y="694"/>
                    </a:cubicBezTo>
                    <a:close/>
                    <a:moveTo>
                      <a:pt x="4171" y="6822"/>
                    </a:moveTo>
                    <a:cubicBezTo>
                      <a:pt x="4577" y="6822"/>
                      <a:pt x="4979" y="6964"/>
                      <a:pt x="5294" y="7247"/>
                    </a:cubicBezTo>
                    <a:cubicBezTo>
                      <a:pt x="5420" y="7373"/>
                      <a:pt x="5735" y="7657"/>
                      <a:pt x="5892" y="7657"/>
                    </a:cubicBezTo>
                    <a:lnTo>
                      <a:pt x="7972" y="7657"/>
                    </a:lnTo>
                    <a:cubicBezTo>
                      <a:pt x="8192" y="7657"/>
                      <a:pt x="8350" y="7814"/>
                      <a:pt x="8350" y="8003"/>
                    </a:cubicBezTo>
                    <a:cubicBezTo>
                      <a:pt x="8350" y="8192"/>
                      <a:pt x="8192" y="8350"/>
                      <a:pt x="7972" y="8350"/>
                    </a:cubicBezTo>
                    <a:lnTo>
                      <a:pt x="5514" y="8350"/>
                    </a:lnTo>
                    <a:cubicBezTo>
                      <a:pt x="5294" y="8350"/>
                      <a:pt x="5136" y="8507"/>
                      <a:pt x="5136" y="8728"/>
                    </a:cubicBezTo>
                    <a:cubicBezTo>
                      <a:pt x="5136" y="8917"/>
                      <a:pt x="5294" y="9074"/>
                      <a:pt x="5514" y="9074"/>
                    </a:cubicBezTo>
                    <a:lnTo>
                      <a:pt x="8224" y="9074"/>
                    </a:lnTo>
                    <a:cubicBezTo>
                      <a:pt x="8507" y="9074"/>
                      <a:pt x="8759" y="8948"/>
                      <a:pt x="8980" y="8759"/>
                    </a:cubicBezTo>
                    <a:lnTo>
                      <a:pt x="10492" y="7090"/>
                    </a:lnTo>
                    <a:cubicBezTo>
                      <a:pt x="10568" y="7033"/>
                      <a:pt x="10666" y="6987"/>
                      <a:pt x="10766" y="6987"/>
                    </a:cubicBezTo>
                    <a:cubicBezTo>
                      <a:pt x="10833" y="6987"/>
                      <a:pt x="10902" y="7008"/>
                      <a:pt x="10965" y="7058"/>
                    </a:cubicBezTo>
                    <a:cubicBezTo>
                      <a:pt x="11122" y="7184"/>
                      <a:pt x="11185" y="7373"/>
                      <a:pt x="11059" y="7531"/>
                    </a:cubicBezTo>
                    <a:lnTo>
                      <a:pt x="9389" y="9767"/>
                    </a:lnTo>
                    <a:cubicBezTo>
                      <a:pt x="9074" y="10209"/>
                      <a:pt x="8570" y="10492"/>
                      <a:pt x="8035" y="10492"/>
                    </a:cubicBezTo>
                    <a:lnTo>
                      <a:pt x="2773" y="10492"/>
                    </a:lnTo>
                    <a:lnTo>
                      <a:pt x="2773" y="7468"/>
                    </a:lnTo>
                    <a:lnTo>
                      <a:pt x="3025" y="7247"/>
                    </a:lnTo>
                    <a:cubicBezTo>
                      <a:pt x="3356" y="6964"/>
                      <a:pt x="3766" y="6822"/>
                      <a:pt x="4171" y="6822"/>
                    </a:cubicBezTo>
                    <a:close/>
                    <a:moveTo>
                      <a:pt x="1734" y="6932"/>
                    </a:moveTo>
                    <a:cubicBezTo>
                      <a:pt x="1923" y="6932"/>
                      <a:pt x="2080" y="7090"/>
                      <a:pt x="2080" y="7310"/>
                    </a:cubicBezTo>
                    <a:lnTo>
                      <a:pt x="2080" y="10807"/>
                    </a:lnTo>
                    <a:cubicBezTo>
                      <a:pt x="2080" y="10996"/>
                      <a:pt x="1923" y="11154"/>
                      <a:pt x="1734" y="11154"/>
                    </a:cubicBezTo>
                    <a:lnTo>
                      <a:pt x="662" y="11154"/>
                    </a:lnTo>
                    <a:lnTo>
                      <a:pt x="662" y="6932"/>
                    </a:lnTo>
                    <a:close/>
                    <a:moveTo>
                      <a:pt x="5924" y="1"/>
                    </a:moveTo>
                    <a:cubicBezTo>
                      <a:pt x="3844" y="1"/>
                      <a:pt x="2112" y="1734"/>
                      <a:pt x="2112" y="3845"/>
                    </a:cubicBezTo>
                    <a:cubicBezTo>
                      <a:pt x="2112" y="4790"/>
                      <a:pt x="2458" y="5672"/>
                      <a:pt x="3088" y="6396"/>
                    </a:cubicBezTo>
                    <a:cubicBezTo>
                      <a:pt x="2931" y="6459"/>
                      <a:pt x="2773" y="6585"/>
                      <a:pt x="2616" y="6711"/>
                    </a:cubicBezTo>
                    <a:cubicBezTo>
                      <a:pt x="2427" y="6428"/>
                      <a:pt x="2112" y="6270"/>
                      <a:pt x="1765" y="6270"/>
                    </a:cubicBezTo>
                    <a:lnTo>
                      <a:pt x="347" y="6270"/>
                    </a:lnTo>
                    <a:cubicBezTo>
                      <a:pt x="158" y="6270"/>
                      <a:pt x="1" y="6428"/>
                      <a:pt x="1" y="6585"/>
                    </a:cubicBezTo>
                    <a:lnTo>
                      <a:pt x="1" y="11469"/>
                    </a:lnTo>
                    <a:cubicBezTo>
                      <a:pt x="1" y="11658"/>
                      <a:pt x="158" y="11815"/>
                      <a:pt x="347" y="11815"/>
                    </a:cubicBezTo>
                    <a:lnTo>
                      <a:pt x="1765" y="11815"/>
                    </a:lnTo>
                    <a:cubicBezTo>
                      <a:pt x="2238" y="11815"/>
                      <a:pt x="2584" y="11563"/>
                      <a:pt x="2742" y="11122"/>
                    </a:cubicBezTo>
                    <a:lnTo>
                      <a:pt x="8035" y="11122"/>
                    </a:lnTo>
                    <a:cubicBezTo>
                      <a:pt x="8759" y="11122"/>
                      <a:pt x="9515" y="10776"/>
                      <a:pt x="9956" y="10146"/>
                    </a:cubicBezTo>
                    <a:lnTo>
                      <a:pt x="11595" y="7877"/>
                    </a:lnTo>
                    <a:cubicBezTo>
                      <a:pt x="11910" y="7468"/>
                      <a:pt x="11878" y="6838"/>
                      <a:pt x="11437" y="6459"/>
                    </a:cubicBezTo>
                    <a:cubicBezTo>
                      <a:pt x="11249" y="6301"/>
                      <a:pt x="11015" y="6221"/>
                      <a:pt x="10780" y="6221"/>
                    </a:cubicBezTo>
                    <a:cubicBezTo>
                      <a:pt x="10503" y="6221"/>
                      <a:pt x="10224" y="6332"/>
                      <a:pt x="10019" y="6554"/>
                    </a:cubicBezTo>
                    <a:lnTo>
                      <a:pt x="9011" y="7657"/>
                    </a:lnTo>
                    <a:cubicBezTo>
                      <a:pt x="8885" y="7247"/>
                      <a:pt x="8539" y="6932"/>
                      <a:pt x="8098" y="6932"/>
                    </a:cubicBezTo>
                    <a:cubicBezTo>
                      <a:pt x="8287" y="6838"/>
                      <a:pt x="8444" y="6680"/>
                      <a:pt x="8602" y="6522"/>
                    </a:cubicBezTo>
                    <a:cubicBezTo>
                      <a:pt x="9358" y="5798"/>
                      <a:pt x="9767" y="4821"/>
                      <a:pt x="9767" y="3845"/>
                    </a:cubicBezTo>
                    <a:cubicBezTo>
                      <a:pt x="9767" y="1734"/>
                      <a:pt x="8035" y="1"/>
                      <a:pt x="592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0645;p72"/>
              <p:cNvSpPr/>
              <p:nvPr/>
            </p:nvSpPr>
            <p:spPr>
              <a:xfrm>
                <a:off x="2629350" y="2353025"/>
                <a:ext cx="54350" cy="121300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4852" extrusionOk="0">
                    <a:moveTo>
                      <a:pt x="1071" y="0"/>
                    </a:moveTo>
                    <a:cubicBezTo>
                      <a:pt x="882" y="0"/>
                      <a:pt x="725" y="158"/>
                      <a:pt x="725" y="347"/>
                    </a:cubicBezTo>
                    <a:lnTo>
                      <a:pt x="725" y="756"/>
                    </a:lnTo>
                    <a:cubicBezTo>
                      <a:pt x="315" y="914"/>
                      <a:pt x="63" y="1292"/>
                      <a:pt x="63" y="1733"/>
                    </a:cubicBezTo>
                    <a:cubicBezTo>
                      <a:pt x="0" y="2332"/>
                      <a:pt x="473" y="2804"/>
                      <a:pt x="1071" y="2804"/>
                    </a:cubicBezTo>
                    <a:cubicBezTo>
                      <a:pt x="1260" y="2804"/>
                      <a:pt x="1418" y="2962"/>
                      <a:pt x="1418" y="3151"/>
                    </a:cubicBezTo>
                    <a:cubicBezTo>
                      <a:pt x="1418" y="3308"/>
                      <a:pt x="1355" y="3434"/>
                      <a:pt x="1229" y="3466"/>
                    </a:cubicBezTo>
                    <a:cubicBezTo>
                      <a:pt x="1185" y="3492"/>
                      <a:pt x="1140" y="3503"/>
                      <a:pt x="1093" y="3503"/>
                    </a:cubicBezTo>
                    <a:cubicBezTo>
                      <a:pt x="970" y="3503"/>
                      <a:pt x="839" y="3422"/>
                      <a:pt x="725" y="3308"/>
                    </a:cubicBezTo>
                    <a:cubicBezTo>
                      <a:pt x="662" y="3245"/>
                      <a:pt x="575" y="3214"/>
                      <a:pt x="488" y="3214"/>
                    </a:cubicBezTo>
                    <a:cubicBezTo>
                      <a:pt x="402" y="3214"/>
                      <a:pt x="315" y="3245"/>
                      <a:pt x="252" y="3308"/>
                    </a:cubicBezTo>
                    <a:cubicBezTo>
                      <a:pt x="126" y="3434"/>
                      <a:pt x="126" y="3655"/>
                      <a:pt x="252" y="3781"/>
                    </a:cubicBezTo>
                    <a:cubicBezTo>
                      <a:pt x="410" y="3938"/>
                      <a:pt x="567" y="4064"/>
                      <a:pt x="756" y="4096"/>
                    </a:cubicBezTo>
                    <a:lnTo>
                      <a:pt x="756" y="4505"/>
                    </a:lnTo>
                    <a:cubicBezTo>
                      <a:pt x="756" y="4694"/>
                      <a:pt x="914" y="4852"/>
                      <a:pt x="1103" y="4852"/>
                    </a:cubicBezTo>
                    <a:cubicBezTo>
                      <a:pt x="1323" y="4852"/>
                      <a:pt x="1481" y="4694"/>
                      <a:pt x="1481" y="4505"/>
                    </a:cubicBezTo>
                    <a:lnTo>
                      <a:pt x="1481" y="4096"/>
                    </a:lnTo>
                    <a:cubicBezTo>
                      <a:pt x="1481" y="4096"/>
                      <a:pt x="1512" y="4096"/>
                      <a:pt x="1512" y="4064"/>
                    </a:cubicBezTo>
                    <a:cubicBezTo>
                      <a:pt x="1890" y="3907"/>
                      <a:pt x="2142" y="3497"/>
                      <a:pt x="2142" y="3119"/>
                    </a:cubicBezTo>
                    <a:cubicBezTo>
                      <a:pt x="2142" y="2521"/>
                      <a:pt x="1670" y="2079"/>
                      <a:pt x="1103" y="2079"/>
                    </a:cubicBezTo>
                    <a:cubicBezTo>
                      <a:pt x="914" y="2079"/>
                      <a:pt x="756" y="1922"/>
                      <a:pt x="756" y="1733"/>
                    </a:cubicBezTo>
                    <a:cubicBezTo>
                      <a:pt x="756" y="1575"/>
                      <a:pt x="851" y="1449"/>
                      <a:pt x="1008" y="1418"/>
                    </a:cubicBezTo>
                    <a:cubicBezTo>
                      <a:pt x="1047" y="1405"/>
                      <a:pt x="1085" y="1399"/>
                      <a:pt x="1124" y="1399"/>
                    </a:cubicBezTo>
                    <a:cubicBezTo>
                      <a:pt x="1273" y="1399"/>
                      <a:pt x="1418" y="1494"/>
                      <a:pt x="1544" y="1670"/>
                    </a:cubicBezTo>
                    <a:cubicBezTo>
                      <a:pt x="1610" y="1753"/>
                      <a:pt x="1703" y="1792"/>
                      <a:pt x="1795" y="1792"/>
                    </a:cubicBezTo>
                    <a:cubicBezTo>
                      <a:pt x="1876" y="1792"/>
                      <a:pt x="1957" y="1761"/>
                      <a:pt x="2016" y="1701"/>
                    </a:cubicBezTo>
                    <a:cubicBezTo>
                      <a:pt x="2174" y="1575"/>
                      <a:pt x="2174" y="1323"/>
                      <a:pt x="2048" y="1229"/>
                    </a:cubicBezTo>
                    <a:cubicBezTo>
                      <a:pt x="1859" y="977"/>
                      <a:pt x="1670" y="819"/>
                      <a:pt x="1418" y="756"/>
                    </a:cubicBezTo>
                    <a:lnTo>
                      <a:pt x="1418" y="347"/>
                    </a:ln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0727;p72"/>
            <p:cNvGrpSpPr/>
            <p:nvPr/>
          </p:nvGrpSpPr>
          <p:grpSpPr>
            <a:xfrm>
              <a:off x="6870530" y="2941606"/>
              <a:ext cx="779690" cy="751389"/>
              <a:chOff x="5421475" y="1945825"/>
              <a:chExt cx="278050" cy="296150"/>
            </a:xfrm>
            <a:solidFill>
              <a:schemeClr val="accent2"/>
            </a:solidFill>
          </p:grpSpPr>
          <p:sp>
            <p:nvSpPr>
              <p:cNvPr id="16" name="Google Shape;10728;p72"/>
              <p:cNvSpPr/>
              <p:nvPr/>
            </p:nvSpPr>
            <p:spPr>
              <a:xfrm>
                <a:off x="5472650" y="1999375"/>
                <a:ext cx="172525" cy="242600"/>
              </a:xfrm>
              <a:custGeom>
                <a:avLst/>
                <a:gdLst/>
                <a:ahLst/>
                <a:cxnLst/>
                <a:rect l="l" t="t" r="r" b="b"/>
                <a:pathLst>
                  <a:path w="6901" h="9704" extrusionOk="0">
                    <a:moveTo>
                      <a:pt x="1765" y="1355"/>
                    </a:moveTo>
                    <a:cubicBezTo>
                      <a:pt x="1986" y="1355"/>
                      <a:pt x="2143" y="1513"/>
                      <a:pt x="2143" y="1702"/>
                    </a:cubicBezTo>
                    <a:lnTo>
                      <a:pt x="2143" y="2048"/>
                    </a:lnTo>
                    <a:lnTo>
                      <a:pt x="1765" y="2048"/>
                    </a:lnTo>
                    <a:cubicBezTo>
                      <a:pt x="1671" y="2048"/>
                      <a:pt x="1545" y="2048"/>
                      <a:pt x="1419" y="2111"/>
                    </a:cubicBezTo>
                    <a:lnTo>
                      <a:pt x="1419" y="1702"/>
                    </a:lnTo>
                    <a:cubicBezTo>
                      <a:pt x="1419" y="1513"/>
                      <a:pt x="1576" y="1355"/>
                      <a:pt x="1765" y="1355"/>
                    </a:cubicBezTo>
                    <a:close/>
                    <a:moveTo>
                      <a:pt x="3151" y="631"/>
                    </a:moveTo>
                    <a:cubicBezTo>
                      <a:pt x="3341" y="631"/>
                      <a:pt x="3498" y="788"/>
                      <a:pt x="3498" y="1009"/>
                    </a:cubicBezTo>
                    <a:lnTo>
                      <a:pt x="3498" y="2111"/>
                    </a:lnTo>
                    <a:cubicBezTo>
                      <a:pt x="3404" y="2048"/>
                      <a:pt x="3277" y="2017"/>
                      <a:pt x="3151" y="2017"/>
                    </a:cubicBezTo>
                    <a:lnTo>
                      <a:pt x="2805" y="2017"/>
                    </a:lnTo>
                    <a:lnTo>
                      <a:pt x="2805" y="1009"/>
                    </a:lnTo>
                    <a:cubicBezTo>
                      <a:pt x="2805" y="788"/>
                      <a:pt x="2962" y="631"/>
                      <a:pt x="3151" y="631"/>
                    </a:cubicBezTo>
                    <a:close/>
                    <a:moveTo>
                      <a:pt x="4538" y="1355"/>
                    </a:moveTo>
                    <a:cubicBezTo>
                      <a:pt x="4727" y="1355"/>
                      <a:pt x="4884" y="1513"/>
                      <a:pt x="4884" y="1702"/>
                    </a:cubicBezTo>
                    <a:lnTo>
                      <a:pt x="4884" y="3088"/>
                    </a:lnTo>
                    <a:cubicBezTo>
                      <a:pt x="4884" y="3277"/>
                      <a:pt x="4727" y="3435"/>
                      <a:pt x="4538" y="3435"/>
                    </a:cubicBezTo>
                    <a:cubicBezTo>
                      <a:pt x="4349" y="3435"/>
                      <a:pt x="4191" y="3277"/>
                      <a:pt x="4191" y="3088"/>
                    </a:cubicBezTo>
                    <a:lnTo>
                      <a:pt x="4191" y="1702"/>
                    </a:lnTo>
                    <a:cubicBezTo>
                      <a:pt x="4191" y="1513"/>
                      <a:pt x="4349" y="1355"/>
                      <a:pt x="4538" y="1355"/>
                    </a:cubicBezTo>
                    <a:close/>
                    <a:moveTo>
                      <a:pt x="5924" y="2017"/>
                    </a:moveTo>
                    <a:cubicBezTo>
                      <a:pt x="6113" y="2017"/>
                      <a:pt x="6270" y="2174"/>
                      <a:pt x="6270" y="2363"/>
                    </a:cubicBezTo>
                    <a:lnTo>
                      <a:pt x="6270" y="3088"/>
                    </a:lnTo>
                    <a:cubicBezTo>
                      <a:pt x="6270" y="3277"/>
                      <a:pt x="6113" y="3435"/>
                      <a:pt x="5924" y="3435"/>
                    </a:cubicBezTo>
                    <a:cubicBezTo>
                      <a:pt x="5703" y="3435"/>
                      <a:pt x="5546" y="3277"/>
                      <a:pt x="5546" y="3088"/>
                    </a:cubicBezTo>
                    <a:lnTo>
                      <a:pt x="5546" y="2363"/>
                    </a:lnTo>
                    <a:cubicBezTo>
                      <a:pt x="5546" y="2174"/>
                      <a:pt x="5703" y="2017"/>
                      <a:pt x="5924" y="2017"/>
                    </a:cubicBezTo>
                    <a:close/>
                    <a:moveTo>
                      <a:pt x="3120" y="2741"/>
                    </a:moveTo>
                    <a:cubicBezTo>
                      <a:pt x="3309" y="2741"/>
                      <a:pt x="3467" y="2899"/>
                      <a:pt x="3467" y="3088"/>
                    </a:cubicBezTo>
                    <a:cubicBezTo>
                      <a:pt x="3467" y="3277"/>
                      <a:pt x="3309" y="3435"/>
                      <a:pt x="3120" y="3435"/>
                    </a:cubicBezTo>
                    <a:lnTo>
                      <a:pt x="1734" y="3435"/>
                    </a:lnTo>
                    <a:cubicBezTo>
                      <a:pt x="1545" y="3435"/>
                      <a:pt x="1387" y="3592"/>
                      <a:pt x="1387" y="3781"/>
                    </a:cubicBezTo>
                    <a:cubicBezTo>
                      <a:pt x="1387" y="4002"/>
                      <a:pt x="1545" y="4159"/>
                      <a:pt x="1734" y="4159"/>
                    </a:cubicBezTo>
                    <a:cubicBezTo>
                      <a:pt x="2679" y="4159"/>
                      <a:pt x="3467" y="4947"/>
                      <a:pt x="3467" y="5892"/>
                    </a:cubicBezTo>
                    <a:cubicBezTo>
                      <a:pt x="3467" y="6081"/>
                      <a:pt x="3624" y="6238"/>
                      <a:pt x="3845" y="6238"/>
                    </a:cubicBezTo>
                    <a:cubicBezTo>
                      <a:pt x="4034" y="6238"/>
                      <a:pt x="4191" y="6081"/>
                      <a:pt x="4191" y="5892"/>
                    </a:cubicBezTo>
                    <a:cubicBezTo>
                      <a:pt x="4191" y="5167"/>
                      <a:pt x="3876" y="4537"/>
                      <a:pt x="3435" y="4096"/>
                    </a:cubicBezTo>
                    <a:cubicBezTo>
                      <a:pt x="3593" y="4065"/>
                      <a:pt x="3750" y="4002"/>
                      <a:pt x="3876" y="3876"/>
                    </a:cubicBezTo>
                    <a:cubicBezTo>
                      <a:pt x="4065" y="4033"/>
                      <a:pt x="4317" y="4159"/>
                      <a:pt x="4569" y="4159"/>
                    </a:cubicBezTo>
                    <a:cubicBezTo>
                      <a:pt x="4853" y="4159"/>
                      <a:pt x="5073" y="4033"/>
                      <a:pt x="5294" y="3876"/>
                    </a:cubicBezTo>
                    <a:cubicBezTo>
                      <a:pt x="5483" y="4033"/>
                      <a:pt x="5703" y="4159"/>
                      <a:pt x="5987" y="4159"/>
                    </a:cubicBezTo>
                    <a:cubicBezTo>
                      <a:pt x="6113" y="4159"/>
                      <a:pt x="6239" y="4096"/>
                      <a:pt x="6333" y="4065"/>
                    </a:cubicBezTo>
                    <a:lnTo>
                      <a:pt x="6333" y="5167"/>
                    </a:lnTo>
                    <a:cubicBezTo>
                      <a:pt x="6333" y="5923"/>
                      <a:pt x="5861" y="6554"/>
                      <a:pt x="5199" y="6774"/>
                    </a:cubicBezTo>
                    <a:cubicBezTo>
                      <a:pt x="5042" y="6837"/>
                      <a:pt x="4979" y="6995"/>
                      <a:pt x="4979" y="7089"/>
                    </a:cubicBezTo>
                    <a:lnTo>
                      <a:pt x="4979" y="7562"/>
                    </a:lnTo>
                    <a:lnTo>
                      <a:pt x="2206" y="7562"/>
                    </a:lnTo>
                    <a:lnTo>
                      <a:pt x="2206" y="7089"/>
                    </a:lnTo>
                    <a:cubicBezTo>
                      <a:pt x="2206" y="6932"/>
                      <a:pt x="2143" y="6837"/>
                      <a:pt x="1986" y="6774"/>
                    </a:cubicBezTo>
                    <a:cubicBezTo>
                      <a:pt x="1261" y="6554"/>
                      <a:pt x="820" y="5892"/>
                      <a:pt x="820" y="5167"/>
                    </a:cubicBezTo>
                    <a:lnTo>
                      <a:pt x="820" y="3750"/>
                    </a:lnTo>
                    <a:lnTo>
                      <a:pt x="726" y="3750"/>
                    </a:lnTo>
                    <a:cubicBezTo>
                      <a:pt x="726" y="3151"/>
                      <a:pt x="1198" y="2741"/>
                      <a:pt x="1734" y="2741"/>
                    </a:cubicBezTo>
                    <a:close/>
                    <a:moveTo>
                      <a:pt x="5199" y="8286"/>
                    </a:moveTo>
                    <a:cubicBezTo>
                      <a:pt x="5388" y="8286"/>
                      <a:pt x="5546" y="8444"/>
                      <a:pt x="5546" y="8633"/>
                    </a:cubicBezTo>
                    <a:lnTo>
                      <a:pt x="5546" y="8979"/>
                    </a:lnTo>
                    <a:lnTo>
                      <a:pt x="1387" y="8979"/>
                    </a:lnTo>
                    <a:lnTo>
                      <a:pt x="1387" y="8633"/>
                    </a:lnTo>
                    <a:cubicBezTo>
                      <a:pt x="1387" y="8444"/>
                      <a:pt x="1545" y="8286"/>
                      <a:pt x="1734" y="8286"/>
                    </a:cubicBezTo>
                    <a:close/>
                    <a:moveTo>
                      <a:pt x="3120" y="1"/>
                    </a:moveTo>
                    <a:cubicBezTo>
                      <a:pt x="2647" y="1"/>
                      <a:pt x="2269" y="316"/>
                      <a:pt x="2143" y="757"/>
                    </a:cubicBezTo>
                    <a:cubicBezTo>
                      <a:pt x="2017" y="725"/>
                      <a:pt x="1891" y="694"/>
                      <a:pt x="1734" y="694"/>
                    </a:cubicBezTo>
                    <a:cubicBezTo>
                      <a:pt x="1167" y="694"/>
                      <a:pt x="726" y="1166"/>
                      <a:pt x="726" y="1702"/>
                    </a:cubicBezTo>
                    <a:lnTo>
                      <a:pt x="726" y="2426"/>
                    </a:lnTo>
                    <a:cubicBezTo>
                      <a:pt x="285" y="2678"/>
                      <a:pt x="1" y="3214"/>
                      <a:pt x="1" y="3750"/>
                    </a:cubicBezTo>
                    <a:lnTo>
                      <a:pt x="1" y="5136"/>
                    </a:lnTo>
                    <a:cubicBezTo>
                      <a:pt x="1" y="6081"/>
                      <a:pt x="568" y="6932"/>
                      <a:pt x="1387" y="7341"/>
                    </a:cubicBezTo>
                    <a:lnTo>
                      <a:pt x="1387" y="7656"/>
                    </a:lnTo>
                    <a:cubicBezTo>
                      <a:pt x="1009" y="7814"/>
                      <a:pt x="694" y="8160"/>
                      <a:pt x="694" y="8633"/>
                    </a:cubicBezTo>
                    <a:lnTo>
                      <a:pt x="694" y="9357"/>
                    </a:lnTo>
                    <a:cubicBezTo>
                      <a:pt x="694" y="9546"/>
                      <a:pt x="852" y="9704"/>
                      <a:pt x="1041" y="9704"/>
                    </a:cubicBezTo>
                    <a:lnTo>
                      <a:pt x="5892" y="9704"/>
                    </a:lnTo>
                    <a:cubicBezTo>
                      <a:pt x="6081" y="9704"/>
                      <a:pt x="6239" y="9546"/>
                      <a:pt x="6239" y="9357"/>
                    </a:cubicBezTo>
                    <a:lnTo>
                      <a:pt x="6239" y="8633"/>
                    </a:lnTo>
                    <a:cubicBezTo>
                      <a:pt x="6239" y="8192"/>
                      <a:pt x="5955" y="7814"/>
                      <a:pt x="5514" y="7656"/>
                    </a:cubicBezTo>
                    <a:lnTo>
                      <a:pt x="5514" y="7341"/>
                    </a:lnTo>
                    <a:cubicBezTo>
                      <a:pt x="6365" y="6932"/>
                      <a:pt x="6901" y="6081"/>
                      <a:pt x="6901" y="5136"/>
                    </a:cubicBezTo>
                    <a:lnTo>
                      <a:pt x="6901" y="2363"/>
                    </a:lnTo>
                    <a:cubicBezTo>
                      <a:pt x="6901" y="1796"/>
                      <a:pt x="6428" y="1355"/>
                      <a:pt x="5892" y="1355"/>
                    </a:cubicBezTo>
                    <a:cubicBezTo>
                      <a:pt x="5766" y="1355"/>
                      <a:pt x="5609" y="1387"/>
                      <a:pt x="5483" y="1418"/>
                    </a:cubicBezTo>
                    <a:cubicBezTo>
                      <a:pt x="5357" y="1009"/>
                      <a:pt x="4979" y="694"/>
                      <a:pt x="4506" y="694"/>
                    </a:cubicBezTo>
                    <a:cubicBezTo>
                      <a:pt x="4380" y="694"/>
                      <a:pt x="4223" y="725"/>
                      <a:pt x="4097" y="757"/>
                    </a:cubicBezTo>
                    <a:cubicBezTo>
                      <a:pt x="4002" y="316"/>
                      <a:pt x="3593" y="1"/>
                      <a:pt x="312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0729;p72"/>
              <p:cNvSpPr/>
              <p:nvPr/>
            </p:nvSpPr>
            <p:spPr>
              <a:xfrm>
                <a:off x="5559300" y="1945825"/>
                <a:ext cx="18150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1765" extrusionOk="0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lnTo>
                      <a:pt x="1" y="1418"/>
                    </a:lnTo>
                    <a:cubicBezTo>
                      <a:pt x="1" y="1607"/>
                      <a:pt x="158" y="1764"/>
                      <a:pt x="379" y="1764"/>
                    </a:cubicBezTo>
                    <a:cubicBezTo>
                      <a:pt x="568" y="1764"/>
                      <a:pt x="725" y="1607"/>
                      <a:pt x="725" y="1418"/>
                    </a:cubicBezTo>
                    <a:lnTo>
                      <a:pt x="725" y="347"/>
                    </a:lnTo>
                    <a:cubicBezTo>
                      <a:pt x="725" y="158"/>
                      <a:pt x="568" y="0"/>
                      <a:pt x="37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0730;p72"/>
              <p:cNvSpPr/>
              <p:nvPr/>
            </p:nvSpPr>
            <p:spPr>
              <a:xfrm>
                <a:off x="5611275" y="1963925"/>
                <a:ext cx="35475" cy="345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380" extrusionOk="0">
                    <a:moveTo>
                      <a:pt x="1076" y="1"/>
                    </a:moveTo>
                    <a:cubicBezTo>
                      <a:pt x="985" y="1"/>
                      <a:pt x="899" y="32"/>
                      <a:pt x="851" y="95"/>
                    </a:cubicBezTo>
                    <a:lnTo>
                      <a:pt x="127" y="788"/>
                    </a:lnTo>
                    <a:cubicBezTo>
                      <a:pt x="1" y="914"/>
                      <a:pt x="1" y="1166"/>
                      <a:pt x="127" y="1261"/>
                    </a:cubicBezTo>
                    <a:cubicBezTo>
                      <a:pt x="190" y="1340"/>
                      <a:pt x="284" y="1379"/>
                      <a:pt x="375" y="1379"/>
                    </a:cubicBezTo>
                    <a:cubicBezTo>
                      <a:pt x="466" y="1379"/>
                      <a:pt x="552" y="1340"/>
                      <a:pt x="599" y="1261"/>
                    </a:cubicBezTo>
                    <a:lnTo>
                      <a:pt x="1324" y="568"/>
                    </a:lnTo>
                    <a:cubicBezTo>
                      <a:pt x="1419" y="442"/>
                      <a:pt x="1419" y="221"/>
                      <a:pt x="1324" y="95"/>
                    </a:cubicBezTo>
                    <a:cubicBezTo>
                      <a:pt x="1261" y="32"/>
                      <a:pt x="1167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0731;p72"/>
              <p:cNvSpPr/>
              <p:nvPr/>
            </p:nvSpPr>
            <p:spPr>
              <a:xfrm>
                <a:off x="5664050" y="2067900"/>
                <a:ext cx="354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694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1040" y="694"/>
                    </a:lnTo>
                    <a:cubicBezTo>
                      <a:pt x="1261" y="694"/>
                      <a:pt x="1418" y="536"/>
                      <a:pt x="1418" y="347"/>
                    </a:cubicBezTo>
                    <a:cubicBezTo>
                      <a:pt x="1418" y="158"/>
                      <a:pt x="1261" y="0"/>
                      <a:pt x="104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0732;p72"/>
              <p:cNvSpPr/>
              <p:nvPr/>
            </p:nvSpPr>
            <p:spPr>
              <a:xfrm>
                <a:off x="5421475" y="2067900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78" y="694"/>
                    </a:cubicBezTo>
                    <a:lnTo>
                      <a:pt x="1071" y="694"/>
                    </a:lnTo>
                    <a:cubicBezTo>
                      <a:pt x="1260" y="694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733;p72"/>
              <p:cNvSpPr/>
              <p:nvPr/>
            </p:nvSpPr>
            <p:spPr>
              <a:xfrm>
                <a:off x="5490000" y="1963925"/>
                <a:ext cx="354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356" extrusionOk="0">
                    <a:moveTo>
                      <a:pt x="343" y="1"/>
                    </a:moveTo>
                    <a:cubicBezTo>
                      <a:pt x="252" y="1"/>
                      <a:pt x="158" y="32"/>
                      <a:pt x="95" y="95"/>
                    </a:cubicBezTo>
                    <a:cubicBezTo>
                      <a:pt x="0" y="221"/>
                      <a:pt x="0" y="442"/>
                      <a:pt x="95" y="568"/>
                    </a:cubicBezTo>
                    <a:lnTo>
                      <a:pt x="819" y="1261"/>
                    </a:lnTo>
                    <a:cubicBezTo>
                      <a:pt x="866" y="1324"/>
                      <a:pt x="953" y="1356"/>
                      <a:pt x="1044" y="1356"/>
                    </a:cubicBezTo>
                    <a:cubicBezTo>
                      <a:pt x="1134" y="1356"/>
                      <a:pt x="1229" y="1324"/>
                      <a:pt x="1292" y="1261"/>
                    </a:cubicBezTo>
                    <a:cubicBezTo>
                      <a:pt x="1418" y="1166"/>
                      <a:pt x="1418" y="914"/>
                      <a:pt x="1292" y="788"/>
                    </a:cubicBezTo>
                    <a:lnTo>
                      <a:pt x="567" y="95"/>
                    </a:lnTo>
                    <a:cubicBezTo>
                      <a:pt x="520" y="32"/>
                      <a:pt x="433" y="1"/>
                      <a:pt x="34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734;p72"/>
              <p:cNvSpPr/>
              <p:nvPr/>
            </p:nvSpPr>
            <p:spPr>
              <a:xfrm>
                <a:off x="5437225" y="1997650"/>
                <a:ext cx="37825" cy="26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53" extrusionOk="0">
                    <a:moveTo>
                      <a:pt x="422" y="0"/>
                    </a:moveTo>
                    <a:cubicBezTo>
                      <a:pt x="285" y="0"/>
                      <a:pt x="140" y="81"/>
                      <a:pt x="95" y="196"/>
                    </a:cubicBezTo>
                    <a:cubicBezTo>
                      <a:pt x="0" y="353"/>
                      <a:pt x="95" y="574"/>
                      <a:pt x="252" y="668"/>
                    </a:cubicBezTo>
                    <a:lnTo>
                      <a:pt x="945" y="1015"/>
                    </a:lnTo>
                    <a:cubicBezTo>
                      <a:pt x="989" y="1041"/>
                      <a:pt x="1039" y="1052"/>
                      <a:pt x="1091" y="1052"/>
                    </a:cubicBezTo>
                    <a:cubicBezTo>
                      <a:pt x="1227" y="1052"/>
                      <a:pt x="1372" y="971"/>
                      <a:pt x="1418" y="857"/>
                    </a:cubicBezTo>
                    <a:cubicBezTo>
                      <a:pt x="1512" y="700"/>
                      <a:pt x="1418" y="479"/>
                      <a:pt x="1260" y="385"/>
                    </a:cubicBezTo>
                    <a:lnTo>
                      <a:pt x="567" y="38"/>
                    </a:lnTo>
                    <a:cubicBezTo>
                      <a:pt x="524" y="12"/>
                      <a:pt x="473" y="0"/>
                      <a:pt x="4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0735;p72"/>
              <p:cNvSpPr/>
              <p:nvPr/>
            </p:nvSpPr>
            <p:spPr>
              <a:xfrm>
                <a:off x="5645150" y="1998300"/>
                <a:ext cx="37825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76" extrusionOk="0">
                    <a:moveTo>
                      <a:pt x="1098" y="0"/>
                    </a:moveTo>
                    <a:cubicBezTo>
                      <a:pt x="1046" y="0"/>
                      <a:pt x="994" y="14"/>
                      <a:pt x="946" y="44"/>
                    </a:cubicBezTo>
                    <a:lnTo>
                      <a:pt x="253" y="422"/>
                    </a:lnTo>
                    <a:cubicBezTo>
                      <a:pt x="95" y="485"/>
                      <a:pt x="1" y="674"/>
                      <a:pt x="95" y="894"/>
                    </a:cubicBezTo>
                    <a:cubicBezTo>
                      <a:pt x="142" y="1011"/>
                      <a:pt x="258" y="1076"/>
                      <a:pt x="405" y="1076"/>
                    </a:cubicBezTo>
                    <a:cubicBezTo>
                      <a:pt x="456" y="1076"/>
                      <a:pt x="511" y="1068"/>
                      <a:pt x="568" y="1052"/>
                    </a:cubicBezTo>
                    <a:lnTo>
                      <a:pt x="1261" y="674"/>
                    </a:lnTo>
                    <a:cubicBezTo>
                      <a:pt x="1418" y="611"/>
                      <a:pt x="1513" y="422"/>
                      <a:pt x="1418" y="201"/>
                    </a:cubicBezTo>
                    <a:cubicBezTo>
                      <a:pt x="1331" y="71"/>
                      <a:pt x="1214" y="0"/>
                      <a:pt x="10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" name="Google Shape;1118;p54"/>
            <p:cNvCxnSpPr/>
            <p:nvPr/>
          </p:nvCxnSpPr>
          <p:spPr>
            <a:xfrm>
              <a:off x="7260375" y="3674493"/>
              <a:ext cx="0" cy="95635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" name="Group 70"/>
          <p:cNvGrpSpPr/>
          <p:nvPr/>
        </p:nvGrpSpPr>
        <p:grpSpPr>
          <a:xfrm>
            <a:off x="7667292" y="1584799"/>
            <a:ext cx="618928" cy="3046050"/>
            <a:chOff x="7972095" y="1584799"/>
            <a:chExt cx="618928" cy="3046050"/>
          </a:xfrm>
        </p:grpSpPr>
        <p:grpSp>
          <p:nvGrpSpPr>
            <p:cNvPr id="8" name="Google Shape;10609;p72"/>
            <p:cNvGrpSpPr/>
            <p:nvPr/>
          </p:nvGrpSpPr>
          <p:grpSpPr>
            <a:xfrm>
              <a:off x="8019837" y="1584799"/>
              <a:ext cx="550907" cy="550907"/>
              <a:chOff x="-61783350" y="2297100"/>
              <a:chExt cx="316650" cy="316650"/>
            </a:xfrm>
            <a:solidFill>
              <a:schemeClr val="accent2"/>
            </a:solidFill>
          </p:grpSpPr>
          <p:sp>
            <p:nvSpPr>
              <p:cNvPr id="9" name="Google Shape;10610;p72"/>
              <p:cNvSpPr/>
              <p:nvPr/>
            </p:nvSpPr>
            <p:spPr>
              <a:xfrm>
                <a:off x="-61783350" y="2297100"/>
                <a:ext cx="316650" cy="31665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666" extrusionOk="0">
                    <a:moveTo>
                      <a:pt x="379" y="0"/>
                    </a:moveTo>
                    <a:cubicBezTo>
                      <a:pt x="158" y="0"/>
                      <a:pt x="1" y="189"/>
                      <a:pt x="1" y="441"/>
                    </a:cubicBezTo>
                    <a:lnTo>
                      <a:pt x="1" y="12287"/>
                    </a:lnTo>
                    <a:cubicBezTo>
                      <a:pt x="1" y="12508"/>
                      <a:pt x="190" y="12665"/>
                      <a:pt x="379" y="12665"/>
                    </a:cubicBezTo>
                    <a:lnTo>
                      <a:pt x="12256" y="12665"/>
                    </a:lnTo>
                    <a:cubicBezTo>
                      <a:pt x="12477" y="12665"/>
                      <a:pt x="12666" y="12476"/>
                      <a:pt x="12666" y="12287"/>
                    </a:cubicBezTo>
                    <a:cubicBezTo>
                      <a:pt x="12634" y="12098"/>
                      <a:pt x="12477" y="11878"/>
                      <a:pt x="12256" y="11878"/>
                    </a:cubicBezTo>
                    <a:lnTo>
                      <a:pt x="820" y="11878"/>
                    </a:lnTo>
                    <a:lnTo>
                      <a:pt x="820" y="441"/>
                    </a:lnTo>
                    <a:cubicBezTo>
                      <a:pt x="820" y="189"/>
                      <a:pt x="631" y="0"/>
                      <a:pt x="37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0611;p72"/>
              <p:cNvSpPr/>
              <p:nvPr/>
            </p:nvSpPr>
            <p:spPr>
              <a:xfrm>
                <a:off x="-61742375" y="2387675"/>
                <a:ext cx="275675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11027" h="6050" extrusionOk="0">
                    <a:moveTo>
                      <a:pt x="9767" y="788"/>
                    </a:moveTo>
                    <a:cubicBezTo>
                      <a:pt x="10019" y="788"/>
                      <a:pt x="10208" y="977"/>
                      <a:pt x="10208" y="1229"/>
                    </a:cubicBezTo>
                    <a:cubicBezTo>
                      <a:pt x="10176" y="1450"/>
                      <a:pt x="10019" y="1639"/>
                      <a:pt x="9767" y="1639"/>
                    </a:cubicBezTo>
                    <a:cubicBezTo>
                      <a:pt x="9546" y="1639"/>
                      <a:pt x="9389" y="1450"/>
                      <a:pt x="9389" y="1229"/>
                    </a:cubicBezTo>
                    <a:cubicBezTo>
                      <a:pt x="9389" y="977"/>
                      <a:pt x="9578" y="788"/>
                      <a:pt x="9767" y="788"/>
                    </a:cubicBezTo>
                    <a:close/>
                    <a:moveTo>
                      <a:pt x="4001" y="1607"/>
                    </a:moveTo>
                    <a:cubicBezTo>
                      <a:pt x="4222" y="1607"/>
                      <a:pt x="4379" y="1796"/>
                      <a:pt x="4379" y="2048"/>
                    </a:cubicBezTo>
                    <a:cubicBezTo>
                      <a:pt x="4379" y="2269"/>
                      <a:pt x="4222" y="2489"/>
                      <a:pt x="4001" y="2489"/>
                    </a:cubicBezTo>
                    <a:cubicBezTo>
                      <a:pt x="3749" y="2489"/>
                      <a:pt x="3560" y="2269"/>
                      <a:pt x="3560" y="2048"/>
                    </a:cubicBezTo>
                    <a:cubicBezTo>
                      <a:pt x="3560" y="1796"/>
                      <a:pt x="3749" y="1607"/>
                      <a:pt x="4001" y="1607"/>
                    </a:cubicBezTo>
                    <a:close/>
                    <a:moveTo>
                      <a:pt x="6459" y="4128"/>
                    </a:moveTo>
                    <a:cubicBezTo>
                      <a:pt x="6679" y="4128"/>
                      <a:pt x="6900" y="4317"/>
                      <a:pt x="6900" y="4569"/>
                    </a:cubicBezTo>
                    <a:cubicBezTo>
                      <a:pt x="6868" y="4758"/>
                      <a:pt x="6711" y="4947"/>
                      <a:pt x="6459" y="4947"/>
                    </a:cubicBezTo>
                    <a:cubicBezTo>
                      <a:pt x="6238" y="4947"/>
                      <a:pt x="6081" y="4758"/>
                      <a:pt x="6081" y="4569"/>
                    </a:cubicBezTo>
                    <a:cubicBezTo>
                      <a:pt x="6081" y="4317"/>
                      <a:pt x="6270" y="4128"/>
                      <a:pt x="6459" y="4128"/>
                    </a:cubicBezTo>
                    <a:close/>
                    <a:moveTo>
                      <a:pt x="1229" y="4380"/>
                    </a:moveTo>
                    <a:cubicBezTo>
                      <a:pt x="1481" y="4380"/>
                      <a:pt x="1638" y="4569"/>
                      <a:pt x="1638" y="4789"/>
                    </a:cubicBezTo>
                    <a:cubicBezTo>
                      <a:pt x="1638" y="5041"/>
                      <a:pt x="1481" y="5230"/>
                      <a:pt x="1229" y="5230"/>
                    </a:cubicBezTo>
                    <a:cubicBezTo>
                      <a:pt x="1008" y="5230"/>
                      <a:pt x="788" y="5041"/>
                      <a:pt x="788" y="4789"/>
                    </a:cubicBezTo>
                    <a:cubicBezTo>
                      <a:pt x="788" y="4569"/>
                      <a:pt x="1008" y="4380"/>
                      <a:pt x="1229" y="4380"/>
                    </a:cubicBezTo>
                    <a:close/>
                    <a:moveTo>
                      <a:pt x="9767" y="0"/>
                    </a:moveTo>
                    <a:cubicBezTo>
                      <a:pt x="9105" y="0"/>
                      <a:pt x="8570" y="536"/>
                      <a:pt x="8570" y="1229"/>
                    </a:cubicBezTo>
                    <a:cubicBezTo>
                      <a:pt x="8570" y="1418"/>
                      <a:pt x="8601" y="1576"/>
                      <a:pt x="8664" y="1765"/>
                    </a:cubicBezTo>
                    <a:lnTo>
                      <a:pt x="7026" y="3434"/>
                    </a:lnTo>
                    <a:cubicBezTo>
                      <a:pt x="6868" y="3340"/>
                      <a:pt x="6679" y="3308"/>
                      <a:pt x="6459" y="3308"/>
                    </a:cubicBezTo>
                    <a:cubicBezTo>
                      <a:pt x="6270" y="3308"/>
                      <a:pt x="6112" y="3340"/>
                      <a:pt x="5923" y="3434"/>
                    </a:cubicBezTo>
                    <a:lnTo>
                      <a:pt x="5104" y="2584"/>
                    </a:lnTo>
                    <a:cubicBezTo>
                      <a:pt x="5167" y="2426"/>
                      <a:pt x="5199" y="2237"/>
                      <a:pt x="5199" y="2048"/>
                    </a:cubicBezTo>
                    <a:cubicBezTo>
                      <a:pt x="5199" y="1387"/>
                      <a:pt x="4663" y="788"/>
                      <a:pt x="4001" y="788"/>
                    </a:cubicBezTo>
                    <a:cubicBezTo>
                      <a:pt x="3308" y="788"/>
                      <a:pt x="2773" y="1324"/>
                      <a:pt x="2773" y="2048"/>
                    </a:cubicBezTo>
                    <a:cubicBezTo>
                      <a:pt x="2773" y="2237"/>
                      <a:pt x="2804" y="2395"/>
                      <a:pt x="2899" y="2584"/>
                    </a:cubicBezTo>
                    <a:lnTo>
                      <a:pt x="1796" y="3686"/>
                    </a:lnTo>
                    <a:cubicBezTo>
                      <a:pt x="1638" y="3623"/>
                      <a:pt x="1418" y="3592"/>
                      <a:pt x="1229" y="3592"/>
                    </a:cubicBezTo>
                    <a:cubicBezTo>
                      <a:pt x="567" y="3592"/>
                      <a:pt x="0" y="4128"/>
                      <a:pt x="0" y="4852"/>
                    </a:cubicBezTo>
                    <a:cubicBezTo>
                      <a:pt x="0" y="5514"/>
                      <a:pt x="567" y="6049"/>
                      <a:pt x="1229" y="6049"/>
                    </a:cubicBezTo>
                    <a:cubicBezTo>
                      <a:pt x="1890" y="6049"/>
                      <a:pt x="2458" y="5514"/>
                      <a:pt x="2458" y="4852"/>
                    </a:cubicBezTo>
                    <a:cubicBezTo>
                      <a:pt x="2458" y="4632"/>
                      <a:pt x="2426" y="4474"/>
                      <a:pt x="2332" y="4285"/>
                    </a:cubicBezTo>
                    <a:lnTo>
                      <a:pt x="3434" y="3182"/>
                    </a:lnTo>
                    <a:cubicBezTo>
                      <a:pt x="3592" y="3245"/>
                      <a:pt x="3781" y="3308"/>
                      <a:pt x="4001" y="3308"/>
                    </a:cubicBezTo>
                    <a:cubicBezTo>
                      <a:pt x="4190" y="3308"/>
                      <a:pt x="4348" y="3277"/>
                      <a:pt x="4537" y="3182"/>
                    </a:cubicBezTo>
                    <a:lnTo>
                      <a:pt x="5356" y="4001"/>
                    </a:lnTo>
                    <a:cubicBezTo>
                      <a:pt x="5293" y="4159"/>
                      <a:pt x="5262" y="4348"/>
                      <a:pt x="5262" y="4569"/>
                    </a:cubicBezTo>
                    <a:cubicBezTo>
                      <a:pt x="5262" y="5230"/>
                      <a:pt x="5797" y="5766"/>
                      <a:pt x="6459" y="5766"/>
                    </a:cubicBezTo>
                    <a:cubicBezTo>
                      <a:pt x="7152" y="5766"/>
                      <a:pt x="7687" y="5230"/>
                      <a:pt x="7687" y="4569"/>
                    </a:cubicBezTo>
                    <a:cubicBezTo>
                      <a:pt x="7687" y="4348"/>
                      <a:pt x="7656" y="4191"/>
                      <a:pt x="7561" y="4001"/>
                    </a:cubicBezTo>
                    <a:lnTo>
                      <a:pt x="9231" y="2363"/>
                    </a:lnTo>
                    <a:cubicBezTo>
                      <a:pt x="9389" y="2426"/>
                      <a:pt x="9578" y="2489"/>
                      <a:pt x="9767" y="2489"/>
                    </a:cubicBezTo>
                    <a:cubicBezTo>
                      <a:pt x="10460" y="2489"/>
                      <a:pt x="11027" y="1922"/>
                      <a:pt x="11027" y="1229"/>
                    </a:cubicBezTo>
                    <a:cubicBezTo>
                      <a:pt x="10995" y="536"/>
                      <a:pt x="10460" y="0"/>
                      <a:pt x="97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" name="Google Shape;10651;p72"/>
            <p:cNvSpPr/>
            <p:nvPr/>
          </p:nvSpPr>
          <p:spPr>
            <a:xfrm>
              <a:off x="7972095" y="3102190"/>
              <a:ext cx="618928" cy="570208"/>
            </a:xfrm>
            <a:custGeom>
              <a:avLst/>
              <a:gdLst/>
              <a:ahLst/>
              <a:cxnLst/>
              <a:rect l="l" t="t" r="r" b="b"/>
              <a:pathLst>
                <a:path w="12005" h="11060" extrusionOk="0">
                  <a:moveTo>
                    <a:pt x="2049" y="2049"/>
                  </a:moveTo>
                  <a:cubicBezTo>
                    <a:pt x="2238" y="2049"/>
                    <a:pt x="2395" y="2206"/>
                    <a:pt x="2395" y="2395"/>
                  </a:cubicBezTo>
                  <a:cubicBezTo>
                    <a:pt x="2395" y="2584"/>
                    <a:pt x="2238" y="2742"/>
                    <a:pt x="2049" y="2742"/>
                  </a:cubicBezTo>
                  <a:cubicBezTo>
                    <a:pt x="1860" y="2742"/>
                    <a:pt x="1702" y="2584"/>
                    <a:pt x="1702" y="2395"/>
                  </a:cubicBezTo>
                  <a:cubicBezTo>
                    <a:pt x="1734" y="2206"/>
                    <a:pt x="1860" y="2049"/>
                    <a:pt x="2049" y="2049"/>
                  </a:cubicBezTo>
                  <a:close/>
                  <a:moveTo>
                    <a:pt x="9736" y="2049"/>
                  </a:moveTo>
                  <a:cubicBezTo>
                    <a:pt x="9925" y="2049"/>
                    <a:pt x="10082" y="2206"/>
                    <a:pt x="10082" y="2395"/>
                  </a:cubicBezTo>
                  <a:cubicBezTo>
                    <a:pt x="10082" y="2584"/>
                    <a:pt x="9925" y="2742"/>
                    <a:pt x="9736" y="2742"/>
                  </a:cubicBezTo>
                  <a:cubicBezTo>
                    <a:pt x="9515" y="2742"/>
                    <a:pt x="9358" y="2584"/>
                    <a:pt x="9358" y="2395"/>
                  </a:cubicBezTo>
                  <a:cubicBezTo>
                    <a:pt x="9358" y="2206"/>
                    <a:pt x="9515" y="2049"/>
                    <a:pt x="9736" y="2049"/>
                  </a:cubicBezTo>
                  <a:close/>
                  <a:moveTo>
                    <a:pt x="2049" y="3719"/>
                  </a:moveTo>
                  <a:lnTo>
                    <a:pt x="3151" y="5514"/>
                  </a:lnTo>
                  <a:lnTo>
                    <a:pt x="946" y="5514"/>
                  </a:lnTo>
                  <a:lnTo>
                    <a:pt x="2049" y="3719"/>
                  </a:lnTo>
                  <a:close/>
                  <a:moveTo>
                    <a:pt x="9736" y="3719"/>
                  </a:moveTo>
                  <a:lnTo>
                    <a:pt x="10838" y="5514"/>
                  </a:lnTo>
                  <a:lnTo>
                    <a:pt x="8633" y="5514"/>
                  </a:lnTo>
                  <a:lnTo>
                    <a:pt x="9736" y="3719"/>
                  </a:lnTo>
                  <a:close/>
                  <a:moveTo>
                    <a:pt x="3435" y="6207"/>
                  </a:moveTo>
                  <a:cubicBezTo>
                    <a:pt x="3466" y="6964"/>
                    <a:pt x="2836" y="7594"/>
                    <a:pt x="2049" y="7594"/>
                  </a:cubicBezTo>
                  <a:cubicBezTo>
                    <a:pt x="1292" y="7594"/>
                    <a:pt x="662" y="6964"/>
                    <a:pt x="662" y="6207"/>
                  </a:cubicBezTo>
                  <a:close/>
                  <a:moveTo>
                    <a:pt x="11090" y="6207"/>
                  </a:moveTo>
                  <a:cubicBezTo>
                    <a:pt x="11090" y="6964"/>
                    <a:pt x="10460" y="7594"/>
                    <a:pt x="9736" y="7594"/>
                  </a:cubicBezTo>
                  <a:cubicBezTo>
                    <a:pt x="8980" y="7594"/>
                    <a:pt x="8350" y="6964"/>
                    <a:pt x="8350" y="6207"/>
                  </a:cubicBezTo>
                  <a:close/>
                  <a:moveTo>
                    <a:pt x="5892" y="663"/>
                  </a:moveTo>
                  <a:cubicBezTo>
                    <a:pt x="6113" y="663"/>
                    <a:pt x="6270" y="820"/>
                    <a:pt x="6270" y="1009"/>
                  </a:cubicBezTo>
                  <a:lnTo>
                    <a:pt x="6270" y="8980"/>
                  </a:lnTo>
                  <a:lnTo>
                    <a:pt x="5546" y="8980"/>
                  </a:lnTo>
                  <a:lnTo>
                    <a:pt x="5546" y="1009"/>
                  </a:lnTo>
                  <a:cubicBezTo>
                    <a:pt x="5546" y="820"/>
                    <a:pt x="5703" y="663"/>
                    <a:pt x="5892" y="663"/>
                  </a:cubicBezTo>
                  <a:close/>
                  <a:moveTo>
                    <a:pt x="8003" y="9673"/>
                  </a:moveTo>
                  <a:cubicBezTo>
                    <a:pt x="8192" y="9673"/>
                    <a:pt x="8350" y="9830"/>
                    <a:pt x="8350" y="10020"/>
                  </a:cubicBezTo>
                  <a:lnTo>
                    <a:pt x="8350" y="10398"/>
                  </a:lnTo>
                  <a:lnTo>
                    <a:pt x="3466" y="10398"/>
                  </a:lnTo>
                  <a:lnTo>
                    <a:pt x="3466" y="10020"/>
                  </a:lnTo>
                  <a:cubicBezTo>
                    <a:pt x="3466" y="9830"/>
                    <a:pt x="3624" y="9673"/>
                    <a:pt x="3813" y="9673"/>
                  </a:cubicBezTo>
                  <a:close/>
                  <a:moveTo>
                    <a:pt x="5955" y="1"/>
                  </a:moveTo>
                  <a:cubicBezTo>
                    <a:pt x="5357" y="1"/>
                    <a:pt x="4916" y="474"/>
                    <a:pt x="4916" y="1009"/>
                  </a:cubicBezTo>
                  <a:lnTo>
                    <a:pt x="4916" y="1167"/>
                  </a:lnTo>
                  <a:cubicBezTo>
                    <a:pt x="3970" y="1671"/>
                    <a:pt x="3655" y="1891"/>
                    <a:pt x="3057" y="1954"/>
                  </a:cubicBezTo>
                  <a:cubicBezTo>
                    <a:pt x="2899" y="1608"/>
                    <a:pt x="2553" y="1324"/>
                    <a:pt x="2112" y="1324"/>
                  </a:cubicBezTo>
                  <a:cubicBezTo>
                    <a:pt x="1734" y="1324"/>
                    <a:pt x="1387" y="1576"/>
                    <a:pt x="1166" y="1923"/>
                  </a:cubicBezTo>
                  <a:cubicBezTo>
                    <a:pt x="946" y="1891"/>
                    <a:pt x="694" y="1797"/>
                    <a:pt x="505" y="1734"/>
                  </a:cubicBezTo>
                  <a:cubicBezTo>
                    <a:pt x="454" y="1708"/>
                    <a:pt x="404" y="1697"/>
                    <a:pt x="355" y="1697"/>
                  </a:cubicBezTo>
                  <a:cubicBezTo>
                    <a:pt x="224" y="1697"/>
                    <a:pt x="110" y="1784"/>
                    <a:pt x="64" y="1923"/>
                  </a:cubicBezTo>
                  <a:cubicBezTo>
                    <a:pt x="1" y="2112"/>
                    <a:pt x="64" y="2301"/>
                    <a:pt x="284" y="2364"/>
                  </a:cubicBezTo>
                  <a:cubicBezTo>
                    <a:pt x="536" y="2458"/>
                    <a:pt x="820" y="2553"/>
                    <a:pt x="1135" y="2616"/>
                  </a:cubicBezTo>
                  <a:cubicBezTo>
                    <a:pt x="1229" y="2899"/>
                    <a:pt x="1387" y="3151"/>
                    <a:pt x="1607" y="3277"/>
                  </a:cubicBezTo>
                  <a:lnTo>
                    <a:pt x="127" y="5703"/>
                  </a:lnTo>
                  <a:cubicBezTo>
                    <a:pt x="64" y="5735"/>
                    <a:pt x="64" y="5829"/>
                    <a:pt x="64" y="5892"/>
                  </a:cubicBezTo>
                  <a:lnTo>
                    <a:pt x="64" y="6239"/>
                  </a:lnTo>
                  <a:cubicBezTo>
                    <a:pt x="64" y="7405"/>
                    <a:pt x="1009" y="8350"/>
                    <a:pt x="2175" y="8350"/>
                  </a:cubicBezTo>
                  <a:cubicBezTo>
                    <a:pt x="3309" y="8350"/>
                    <a:pt x="4254" y="7405"/>
                    <a:pt x="4254" y="6239"/>
                  </a:cubicBezTo>
                  <a:lnTo>
                    <a:pt x="4254" y="5892"/>
                  </a:lnTo>
                  <a:cubicBezTo>
                    <a:pt x="4254" y="5829"/>
                    <a:pt x="4254" y="5766"/>
                    <a:pt x="4222" y="5703"/>
                  </a:cubicBezTo>
                  <a:lnTo>
                    <a:pt x="2710" y="3277"/>
                  </a:lnTo>
                  <a:cubicBezTo>
                    <a:pt x="2962" y="3183"/>
                    <a:pt x="3120" y="2931"/>
                    <a:pt x="3183" y="2647"/>
                  </a:cubicBezTo>
                  <a:cubicBezTo>
                    <a:pt x="3844" y="2553"/>
                    <a:pt x="4222" y="2332"/>
                    <a:pt x="4947" y="1954"/>
                  </a:cubicBezTo>
                  <a:lnTo>
                    <a:pt x="4947" y="8980"/>
                  </a:lnTo>
                  <a:lnTo>
                    <a:pt x="3939" y="8980"/>
                  </a:lnTo>
                  <a:cubicBezTo>
                    <a:pt x="3340" y="8980"/>
                    <a:pt x="2899" y="9421"/>
                    <a:pt x="2899" y="9988"/>
                  </a:cubicBezTo>
                  <a:lnTo>
                    <a:pt x="2899" y="10713"/>
                  </a:lnTo>
                  <a:cubicBezTo>
                    <a:pt x="2899" y="10902"/>
                    <a:pt x="3057" y="11059"/>
                    <a:pt x="3246" y="11059"/>
                  </a:cubicBezTo>
                  <a:lnTo>
                    <a:pt x="8822" y="11059"/>
                  </a:lnTo>
                  <a:cubicBezTo>
                    <a:pt x="9011" y="11059"/>
                    <a:pt x="9169" y="10902"/>
                    <a:pt x="9169" y="10713"/>
                  </a:cubicBezTo>
                  <a:lnTo>
                    <a:pt x="9169" y="9988"/>
                  </a:lnTo>
                  <a:cubicBezTo>
                    <a:pt x="9169" y="9389"/>
                    <a:pt x="8696" y="8980"/>
                    <a:pt x="8129" y="8980"/>
                  </a:cubicBezTo>
                  <a:lnTo>
                    <a:pt x="7089" y="8980"/>
                  </a:lnTo>
                  <a:lnTo>
                    <a:pt x="7089" y="1954"/>
                  </a:lnTo>
                  <a:cubicBezTo>
                    <a:pt x="7814" y="2332"/>
                    <a:pt x="8224" y="2553"/>
                    <a:pt x="8885" y="2647"/>
                  </a:cubicBezTo>
                  <a:cubicBezTo>
                    <a:pt x="8980" y="2931"/>
                    <a:pt x="9137" y="3120"/>
                    <a:pt x="9358" y="3277"/>
                  </a:cubicBezTo>
                  <a:lnTo>
                    <a:pt x="7877" y="5703"/>
                  </a:lnTo>
                  <a:cubicBezTo>
                    <a:pt x="7814" y="5735"/>
                    <a:pt x="7814" y="5829"/>
                    <a:pt x="7814" y="5892"/>
                  </a:cubicBezTo>
                  <a:lnTo>
                    <a:pt x="7814" y="6239"/>
                  </a:lnTo>
                  <a:cubicBezTo>
                    <a:pt x="7814" y="7405"/>
                    <a:pt x="8759" y="8350"/>
                    <a:pt x="9925" y="8350"/>
                  </a:cubicBezTo>
                  <a:cubicBezTo>
                    <a:pt x="11059" y="8350"/>
                    <a:pt x="12004" y="7405"/>
                    <a:pt x="12004" y="6239"/>
                  </a:cubicBezTo>
                  <a:lnTo>
                    <a:pt x="12004" y="5892"/>
                  </a:lnTo>
                  <a:cubicBezTo>
                    <a:pt x="12004" y="5829"/>
                    <a:pt x="12004" y="5766"/>
                    <a:pt x="11973" y="5703"/>
                  </a:cubicBezTo>
                  <a:lnTo>
                    <a:pt x="10460" y="3277"/>
                  </a:lnTo>
                  <a:cubicBezTo>
                    <a:pt x="10523" y="3151"/>
                    <a:pt x="10681" y="2899"/>
                    <a:pt x="10744" y="2616"/>
                  </a:cubicBezTo>
                  <a:cubicBezTo>
                    <a:pt x="11027" y="2553"/>
                    <a:pt x="11343" y="2458"/>
                    <a:pt x="11626" y="2364"/>
                  </a:cubicBezTo>
                  <a:cubicBezTo>
                    <a:pt x="11815" y="2269"/>
                    <a:pt x="11878" y="2080"/>
                    <a:pt x="11815" y="1923"/>
                  </a:cubicBezTo>
                  <a:cubicBezTo>
                    <a:pt x="11746" y="1784"/>
                    <a:pt x="11626" y="1697"/>
                    <a:pt x="11505" y="1697"/>
                  </a:cubicBezTo>
                  <a:cubicBezTo>
                    <a:pt x="11461" y="1697"/>
                    <a:pt x="11416" y="1708"/>
                    <a:pt x="11374" y="1734"/>
                  </a:cubicBezTo>
                  <a:cubicBezTo>
                    <a:pt x="11122" y="1797"/>
                    <a:pt x="10933" y="1891"/>
                    <a:pt x="10712" y="1923"/>
                  </a:cubicBezTo>
                  <a:cubicBezTo>
                    <a:pt x="10555" y="1576"/>
                    <a:pt x="10208" y="1324"/>
                    <a:pt x="9767" y="1324"/>
                  </a:cubicBezTo>
                  <a:cubicBezTo>
                    <a:pt x="9326" y="1324"/>
                    <a:pt x="8980" y="1576"/>
                    <a:pt x="8822" y="1954"/>
                  </a:cubicBezTo>
                  <a:cubicBezTo>
                    <a:pt x="8224" y="1828"/>
                    <a:pt x="7908" y="1639"/>
                    <a:pt x="6963" y="1167"/>
                  </a:cubicBezTo>
                  <a:lnTo>
                    <a:pt x="6963" y="1009"/>
                  </a:lnTo>
                  <a:cubicBezTo>
                    <a:pt x="6963" y="411"/>
                    <a:pt x="6491" y="1"/>
                    <a:pt x="59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" name="Google Shape;1118;p54"/>
            <p:cNvCxnSpPr/>
            <p:nvPr/>
          </p:nvCxnSpPr>
          <p:spPr>
            <a:xfrm>
              <a:off x="8271614" y="2135099"/>
              <a:ext cx="0" cy="95635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1118;p54"/>
            <p:cNvCxnSpPr/>
            <p:nvPr/>
          </p:nvCxnSpPr>
          <p:spPr>
            <a:xfrm>
              <a:off x="8259451" y="3674492"/>
              <a:ext cx="0" cy="956357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3950" y="111932"/>
            <a:ext cx="7951114" cy="581187"/>
          </a:xfrm>
        </p:spPr>
        <p:txBody>
          <a:bodyPr/>
          <a:lstStyle/>
          <a:p>
            <a:r>
              <a:rPr lang="en-US" sz="3600" dirty="0">
                <a:solidFill>
                  <a:schemeClr val="accent6"/>
                </a:solidFill>
              </a:rPr>
              <a:t>5-Year Operating Expenses &amp; Net Income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6400" y="770075"/>
          <a:ext cx="8280402" cy="428258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80067"/>
                <a:gridCol w="1380067"/>
                <a:gridCol w="1380067"/>
                <a:gridCol w="1380067"/>
                <a:gridCol w="1380067"/>
                <a:gridCol w="1380067"/>
              </a:tblGrid>
              <a:tr h="544591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Karla" panose="020B0004030503030003" charset="0"/>
                        </a:rPr>
                        <a:t>Operating Expense (PKR)</a:t>
                      </a:r>
                    </a:p>
                  </a:txBody>
                  <a:tcPr marL="68074" marR="68074" marT="34037" marB="34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Year 1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Year 2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Year 3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Year 4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Year 5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49863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Salaries &amp; HR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6,500,000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9,800,000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14,000,000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19,500,000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25,000,000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63220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Karla" panose="020B0004030503030003" charset="0"/>
                        </a:rPr>
                        <a:t>Tech Maintenance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4,000,000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5,750,000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7,500,000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44654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Karla" panose="020B0004030503030003" charset="0"/>
                        </a:rPr>
                        <a:t>Cloud Hosting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600,000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4,000,000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5,500,000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44654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Karla" panose="020B0004030503030003" charset="0"/>
                        </a:rPr>
                        <a:t>Marketing &amp; Acquisition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1,200,000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4,000,000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5,250,000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6,500,000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446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Donor Rewards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1,200,000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1,800,000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2,950,000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4,000,000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4465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G&amp;A / Admin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800,000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357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Total OPEX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11,100,000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19,000,000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27,800,000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39,400,000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51,000,000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  <a:tr h="357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 smtClean="0">
                          <a:latin typeface="Karla" panose="020B0004030503030003" charset="0"/>
                        </a:rPr>
                        <a:t>Net Income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70,220,000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142,940,000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230,300,000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304,400,000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100" dirty="0" smtClean="0">
                          <a:latin typeface="Karla" panose="020B0004030503030003" charset="0"/>
                        </a:rPr>
                        <a:t>420,500,000</a:t>
                      </a:r>
                      <a:endParaRPr lang="en-US" sz="1100" dirty="0">
                        <a:latin typeface="Karla" panose="020B0004030503030003" charset="0"/>
                      </a:endParaRPr>
                    </a:p>
                  </a:txBody>
                  <a:tcPr marL="75210" marR="75210" marT="37605" marB="3760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53162" y="1154526"/>
            <a:ext cx="6105600" cy="1203900"/>
          </a:xfrm>
        </p:spPr>
        <p:txBody>
          <a:bodyPr/>
          <a:lstStyle/>
          <a:p>
            <a:pPr algn="l"/>
            <a:endParaRPr lang="en-US" sz="2000" dirty="0"/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Projected revenue growth over 3–5 years.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Expected break-even within Year 2–3.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Scalable low-cost cloud infrastructure.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High long-term social impact.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36124" y="737091"/>
            <a:ext cx="7890932" cy="772200"/>
          </a:xfrm>
        </p:spPr>
        <p:txBody>
          <a:bodyPr/>
          <a:lstStyle/>
          <a:p>
            <a:pPr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Pro Forma Financials (Summary)</a:t>
            </a:r>
          </a:p>
        </p:txBody>
      </p:sp>
      <p:grpSp>
        <p:nvGrpSpPr>
          <p:cNvPr id="5" name="Google Shape;868;p46"/>
          <p:cNvGrpSpPr/>
          <p:nvPr/>
        </p:nvGrpSpPr>
        <p:grpSpPr>
          <a:xfrm>
            <a:off x="1336124" y="3434374"/>
            <a:ext cx="6285474" cy="623142"/>
            <a:chOff x="1452904" y="2293527"/>
            <a:chExt cx="6285474" cy="623142"/>
          </a:xfrm>
        </p:grpSpPr>
        <p:cxnSp>
          <p:nvCxnSpPr>
            <p:cNvPr id="6" name="Google Shape;869;p46"/>
            <p:cNvCxnSpPr/>
            <p:nvPr/>
          </p:nvCxnSpPr>
          <p:spPr>
            <a:xfrm>
              <a:off x="1603900" y="2625692"/>
              <a:ext cx="59076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" name="Google Shape;870;p46"/>
            <p:cNvGrpSpPr/>
            <p:nvPr/>
          </p:nvGrpSpPr>
          <p:grpSpPr>
            <a:xfrm>
              <a:off x="3427129" y="2293527"/>
              <a:ext cx="362836" cy="623142"/>
              <a:chOff x="8142523" y="840353"/>
              <a:chExt cx="264980" cy="455048"/>
            </a:xfrm>
          </p:grpSpPr>
          <p:sp>
            <p:nvSpPr>
              <p:cNvPr id="17" name="Google Shape;871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872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873;p46"/>
            <p:cNvGrpSpPr/>
            <p:nvPr/>
          </p:nvGrpSpPr>
          <p:grpSpPr>
            <a:xfrm>
              <a:off x="5401342" y="2293527"/>
              <a:ext cx="362836" cy="623142"/>
              <a:chOff x="8142523" y="840353"/>
              <a:chExt cx="264980" cy="455048"/>
            </a:xfrm>
          </p:grpSpPr>
          <p:sp>
            <p:nvSpPr>
              <p:cNvPr id="15" name="Google Shape;874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75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876;p46"/>
            <p:cNvGrpSpPr/>
            <p:nvPr/>
          </p:nvGrpSpPr>
          <p:grpSpPr>
            <a:xfrm>
              <a:off x="7375542" y="2293527"/>
              <a:ext cx="362836" cy="623142"/>
              <a:chOff x="8142523" y="840353"/>
              <a:chExt cx="264980" cy="455048"/>
            </a:xfrm>
          </p:grpSpPr>
          <p:sp>
            <p:nvSpPr>
              <p:cNvPr id="13" name="Google Shape;877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78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879;p46"/>
            <p:cNvGrpSpPr/>
            <p:nvPr/>
          </p:nvGrpSpPr>
          <p:grpSpPr>
            <a:xfrm>
              <a:off x="1452904" y="2293527"/>
              <a:ext cx="362836" cy="623142"/>
              <a:chOff x="8142523" y="840353"/>
              <a:chExt cx="264980" cy="455048"/>
            </a:xfrm>
          </p:grpSpPr>
          <p:sp>
            <p:nvSpPr>
              <p:cNvPr id="11" name="Google Shape;880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81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85620" y="179145"/>
            <a:ext cx="7718425" cy="823913"/>
          </a:xfrm>
        </p:spPr>
        <p:txBody>
          <a:bodyPr/>
          <a:lstStyle/>
          <a:p>
            <a:pPr algn="ctr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5-Year Revenue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4946" y="1286360"/>
          <a:ext cx="8307096" cy="308416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84516"/>
                <a:gridCol w="1384516"/>
                <a:gridCol w="1384516"/>
                <a:gridCol w="1384516"/>
                <a:gridCol w="1384516"/>
                <a:gridCol w="1384516"/>
              </a:tblGrid>
              <a:tr h="7386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Karla" panose="020B0004030503030003" charset="0"/>
                        </a:rPr>
                        <a:t>Revenue Stream (PKR)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 smtClean="0">
                          <a:latin typeface="Karla" panose="020B0004030503030003" charset="0"/>
                        </a:rPr>
                        <a:t>Year 1</a:t>
                      </a:r>
                      <a:endParaRPr lang="en-US" sz="1400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 smtClean="0">
                          <a:latin typeface="Karla" panose="020B0004030503030003" charset="0"/>
                        </a:rPr>
                        <a:t>Year 2</a:t>
                      </a:r>
                      <a:endParaRPr lang="en-US" sz="1400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 smtClean="0">
                          <a:latin typeface="Karla" panose="020B0004030503030003" charset="0"/>
                        </a:rPr>
                        <a:t>Year 3</a:t>
                      </a:r>
                      <a:endParaRPr lang="en-US" sz="1400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 smtClean="0">
                          <a:latin typeface="Karla" panose="020B0004030503030003" charset="0"/>
                        </a:rPr>
                        <a:t>Year 4</a:t>
                      </a:r>
                      <a:endParaRPr lang="en-US" sz="1400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 smtClean="0">
                          <a:latin typeface="Karla" panose="020B0004030503030003" charset="0"/>
                        </a:rPr>
                        <a:t>Year 5</a:t>
                      </a:r>
                      <a:endParaRPr lang="en-US" sz="1400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Hospital Subscriptions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79,920,000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159,840,000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255,600,000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340,800,000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468,000,000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CSR / Sponsorships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1,000,000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1,500,000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1,700,000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2,000,000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2,300,000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In-App Ads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600,000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800,000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1,000,000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1,200,000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  <a:tr h="5863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Total Revenue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81,320,000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161,940,000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258,100,000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343,800,000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>
                          <a:latin typeface="Karla" panose="020B0004030503030003" charset="0"/>
                        </a:rPr>
                        <a:t>471,500,000</a:t>
                      </a:r>
                      <a:endParaRPr lang="en-US" dirty="0">
                        <a:latin typeface="Karla" panose="020B00040305030300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9"/>
          <p:cNvSpPr txBox="1">
            <a:spLocks noGrp="1"/>
          </p:cNvSpPr>
          <p:nvPr>
            <p:ph type="title"/>
          </p:nvPr>
        </p:nvSpPr>
        <p:spPr>
          <a:xfrm>
            <a:off x="1361674" y="735162"/>
            <a:ext cx="4476917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Operational Plan</a:t>
            </a:r>
            <a:endParaRPr sz="47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52" name="Google Shape;652;p39"/>
          <p:cNvSpPr txBox="1">
            <a:spLocks noGrp="1"/>
          </p:cNvSpPr>
          <p:nvPr>
            <p:ph type="subTitle" idx="1"/>
          </p:nvPr>
        </p:nvSpPr>
        <p:spPr>
          <a:xfrm>
            <a:off x="1152933" y="1706644"/>
            <a:ext cx="4846108" cy="2513600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Donor onboarding and verification.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Hospital staff training and setup.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24/7 system monitoring.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Continuous AI model optimization.</a:t>
            </a:r>
          </a:p>
        </p:txBody>
      </p:sp>
      <p:grpSp>
        <p:nvGrpSpPr>
          <p:cNvPr id="655" name="Google Shape;655;p39"/>
          <p:cNvGrpSpPr/>
          <p:nvPr/>
        </p:nvGrpSpPr>
        <p:grpSpPr>
          <a:xfrm>
            <a:off x="6990498" y="397732"/>
            <a:ext cx="5532829" cy="5942771"/>
            <a:chOff x="4103364" y="392269"/>
            <a:chExt cx="5532829" cy="5942771"/>
          </a:xfrm>
        </p:grpSpPr>
        <p:grpSp>
          <p:nvGrpSpPr>
            <p:cNvPr id="656" name="Google Shape;656;p39"/>
            <p:cNvGrpSpPr/>
            <p:nvPr/>
          </p:nvGrpSpPr>
          <p:grpSpPr>
            <a:xfrm>
              <a:off x="4103364" y="392269"/>
              <a:ext cx="862772" cy="1670562"/>
              <a:chOff x="4103364" y="439425"/>
              <a:chExt cx="862772" cy="1640379"/>
            </a:xfrm>
          </p:grpSpPr>
          <p:sp>
            <p:nvSpPr>
              <p:cNvPr id="657" name="Google Shape;657;p39"/>
              <p:cNvSpPr/>
              <p:nvPr/>
            </p:nvSpPr>
            <p:spPr>
              <a:xfrm>
                <a:off x="4103364" y="1209354"/>
                <a:ext cx="718225" cy="870450"/>
              </a:xfrm>
              <a:custGeom>
                <a:avLst/>
                <a:gdLst/>
                <a:ahLst/>
                <a:cxnLst/>
                <a:rect l="l" t="t" r="r" b="b"/>
                <a:pathLst>
                  <a:path w="28729" h="34818" extrusionOk="0">
                    <a:moveTo>
                      <a:pt x="1" y="0"/>
                    </a:moveTo>
                    <a:lnTo>
                      <a:pt x="1" y="22117"/>
                    </a:lnTo>
                    <a:cubicBezTo>
                      <a:pt x="1" y="25192"/>
                      <a:pt x="1758" y="27871"/>
                      <a:pt x="4332" y="29189"/>
                    </a:cubicBezTo>
                    <a:cubicBezTo>
                      <a:pt x="6529" y="32599"/>
                      <a:pt x="10191" y="34817"/>
                      <a:pt x="14354" y="34817"/>
                    </a:cubicBezTo>
                    <a:cubicBezTo>
                      <a:pt x="18518" y="34817"/>
                      <a:pt x="22201" y="32599"/>
                      <a:pt x="24377" y="29189"/>
                    </a:cubicBezTo>
                    <a:cubicBezTo>
                      <a:pt x="26950" y="27871"/>
                      <a:pt x="28729" y="25192"/>
                      <a:pt x="28729" y="22117"/>
                    </a:cubicBezTo>
                    <a:lnTo>
                      <a:pt x="28729" y="0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9"/>
              <p:cNvSpPr/>
              <p:nvPr/>
            </p:nvSpPr>
            <p:spPr>
              <a:xfrm>
                <a:off x="4182511" y="827100"/>
                <a:ext cx="783625" cy="1227200"/>
              </a:xfrm>
              <a:custGeom>
                <a:avLst/>
                <a:gdLst/>
                <a:ahLst/>
                <a:cxnLst/>
                <a:rect l="l" t="t" r="r" b="b"/>
                <a:pathLst>
                  <a:path w="31345" h="49088" extrusionOk="0">
                    <a:moveTo>
                      <a:pt x="15672" y="1779"/>
                    </a:moveTo>
                    <a:cubicBezTo>
                      <a:pt x="16405" y="1779"/>
                      <a:pt x="16970" y="2365"/>
                      <a:pt x="16970" y="3077"/>
                    </a:cubicBezTo>
                    <a:cubicBezTo>
                      <a:pt x="16970" y="3788"/>
                      <a:pt x="16405" y="4374"/>
                      <a:pt x="15672" y="4374"/>
                    </a:cubicBezTo>
                    <a:cubicBezTo>
                      <a:pt x="14961" y="4374"/>
                      <a:pt x="14375" y="3788"/>
                      <a:pt x="14375" y="3077"/>
                    </a:cubicBezTo>
                    <a:cubicBezTo>
                      <a:pt x="14375" y="2365"/>
                      <a:pt x="14961" y="1779"/>
                      <a:pt x="15672" y="1779"/>
                    </a:cubicBezTo>
                    <a:close/>
                    <a:moveTo>
                      <a:pt x="8663" y="1"/>
                    </a:moveTo>
                    <a:cubicBezTo>
                      <a:pt x="3892" y="1"/>
                      <a:pt x="1" y="3893"/>
                      <a:pt x="1" y="8663"/>
                    </a:cubicBezTo>
                    <a:lnTo>
                      <a:pt x="1" y="33772"/>
                    </a:lnTo>
                    <a:cubicBezTo>
                      <a:pt x="1" y="37350"/>
                      <a:pt x="2177" y="40404"/>
                      <a:pt x="5252" y="41723"/>
                    </a:cubicBezTo>
                    <a:cubicBezTo>
                      <a:pt x="7219" y="44422"/>
                      <a:pt x="10211" y="46326"/>
                      <a:pt x="13664" y="46870"/>
                    </a:cubicBezTo>
                    <a:lnTo>
                      <a:pt x="13664" y="49088"/>
                    </a:lnTo>
                    <a:lnTo>
                      <a:pt x="17702" y="49088"/>
                    </a:lnTo>
                    <a:lnTo>
                      <a:pt x="17702" y="46870"/>
                    </a:lnTo>
                    <a:cubicBezTo>
                      <a:pt x="21133" y="46326"/>
                      <a:pt x="24126" y="44422"/>
                      <a:pt x="26092" y="41723"/>
                    </a:cubicBezTo>
                    <a:cubicBezTo>
                      <a:pt x="29189" y="40404"/>
                      <a:pt x="31344" y="37329"/>
                      <a:pt x="31344" y="33772"/>
                    </a:cubicBezTo>
                    <a:lnTo>
                      <a:pt x="31344" y="8663"/>
                    </a:lnTo>
                    <a:cubicBezTo>
                      <a:pt x="31344" y="3872"/>
                      <a:pt x="27473" y="1"/>
                      <a:pt x="22682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9" name="Google Shape;659;p39"/>
              <p:cNvGrpSpPr/>
              <p:nvPr/>
            </p:nvGrpSpPr>
            <p:grpSpPr>
              <a:xfrm>
                <a:off x="4256061" y="975006"/>
                <a:ext cx="85800" cy="782973"/>
                <a:chOff x="1270825" y="1135225"/>
                <a:chExt cx="85800" cy="558150"/>
              </a:xfrm>
            </p:grpSpPr>
            <p:sp>
              <p:nvSpPr>
                <p:cNvPr id="660" name="Google Shape;660;p39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39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39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39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39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39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39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39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9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39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39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39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39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39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39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39"/>
                <p:cNvSpPr/>
                <p:nvPr/>
              </p:nvSpPr>
              <p:spPr>
                <a:xfrm>
                  <a:off x="1270825" y="1172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39"/>
                <p:cNvSpPr/>
                <p:nvPr/>
              </p:nvSpPr>
              <p:spPr>
                <a:xfrm>
                  <a:off x="1270825" y="12466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39"/>
                <p:cNvSpPr/>
                <p:nvPr/>
              </p:nvSpPr>
              <p:spPr>
                <a:xfrm>
                  <a:off x="1270825" y="13214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39"/>
                <p:cNvSpPr/>
                <p:nvPr/>
              </p:nvSpPr>
              <p:spPr>
                <a:xfrm>
                  <a:off x="1270825" y="13957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39"/>
                <p:cNvSpPr/>
                <p:nvPr/>
              </p:nvSpPr>
              <p:spPr>
                <a:xfrm>
                  <a:off x="1270825" y="14700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9"/>
                <p:cNvSpPr/>
                <p:nvPr/>
              </p:nvSpPr>
              <p:spPr>
                <a:xfrm>
                  <a:off x="1270825" y="15442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9"/>
                <p:cNvSpPr/>
                <p:nvPr/>
              </p:nvSpPr>
              <p:spPr>
                <a:xfrm>
                  <a:off x="1270825" y="16190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9"/>
                <p:cNvSpPr/>
                <p:nvPr/>
              </p:nvSpPr>
              <p:spPr>
                <a:xfrm>
                  <a:off x="1270825" y="1693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684" name="Google Shape;684;p39"/>
              <p:cNvCxnSpPr/>
              <p:nvPr/>
            </p:nvCxnSpPr>
            <p:spPr>
              <a:xfrm rot="10800000">
                <a:off x="4577717" y="439425"/>
                <a:ext cx="0" cy="382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5" name="Google Shape;685;p39"/>
            <p:cNvGrpSpPr/>
            <p:nvPr/>
          </p:nvGrpSpPr>
          <p:grpSpPr>
            <a:xfrm>
              <a:off x="4572009" y="2037900"/>
              <a:ext cx="5064183" cy="4297140"/>
              <a:chOff x="4572009" y="2037900"/>
              <a:chExt cx="5064183" cy="4297140"/>
            </a:xfrm>
          </p:grpSpPr>
          <p:sp>
            <p:nvSpPr>
              <p:cNvPr id="686" name="Google Shape;686;p39"/>
              <p:cNvSpPr/>
              <p:nvPr/>
            </p:nvSpPr>
            <p:spPr>
              <a:xfrm>
                <a:off x="4572009" y="4172241"/>
                <a:ext cx="416007" cy="73936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87" name="Google Shape;687;p39"/>
              <p:cNvCxnSpPr/>
              <p:nvPr/>
            </p:nvCxnSpPr>
            <p:spPr>
              <a:xfrm>
                <a:off x="4988025" y="4911176"/>
                <a:ext cx="3386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88" name="Google Shape;688;p39"/>
              <p:cNvGrpSpPr/>
              <p:nvPr/>
            </p:nvGrpSpPr>
            <p:grpSpPr>
              <a:xfrm>
                <a:off x="8380074" y="4911635"/>
                <a:ext cx="1256119" cy="1423405"/>
                <a:chOff x="8322234" y="2899598"/>
                <a:chExt cx="1261797" cy="1423405"/>
              </a:xfrm>
            </p:grpSpPr>
            <p:sp>
              <p:nvSpPr>
                <p:cNvPr id="689" name="Google Shape;689;p39"/>
                <p:cNvSpPr/>
                <p:nvPr/>
              </p:nvSpPr>
              <p:spPr>
                <a:xfrm rot="10800000">
                  <a:off x="8322234" y="2899598"/>
                  <a:ext cx="416007" cy="845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39"/>
                <p:cNvSpPr/>
                <p:nvPr/>
              </p:nvSpPr>
              <p:spPr>
                <a:xfrm rot="5400000" flipH="1">
                  <a:off x="8953384" y="3692356"/>
                  <a:ext cx="416007" cy="845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91" name="Google Shape;691;p39"/>
                <p:cNvCxnSpPr/>
                <p:nvPr/>
              </p:nvCxnSpPr>
              <p:spPr>
                <a:xfrm>
                  <a:off x="8738746" y="3727225"/>
                  <a:ext cx="0" cy="216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92" name="Google Shape;692;p39"/>
              <p:cNvCxnSpPr/>
              <p:nvPr/>
            </p:nvCxnSpPr>
            <p:spPr>
              <a:xfrm>
                <a:off x="4573650" y="2037900"/>
                <a:ext cx="0" cy="213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93" name="Google Shape;693;p39"/>
          <p:cNvGrpSpPr/>
          <p:nvPr/>
        </p:nvGrpSpPr>
        <p:grpSpPr>
          <a:xfrm>
            <a:off x="7502781" y="1893589"/>
            <a:ext cx="450612" cy="392234"/>
            <a:chOff x="6115143" y="3416767"/>
            <a:chExt cx="450612" cy="392234"/>
          </a:xfrm>
        </p:grpSpPr>
        <p:sp>
          <p:nvSpPr>
            <p:cNvPr id="694" name="Google Shape;694;p39"/>
            <p:cNvSpPr/>
            <p:nvPr/>
          </p:nvSpPr>
          <p:spPr>
            <a:xfrm>
              <a:off x="6115143" y="3462579"/>
              <a:ext cx="395797" cy="346422"/>
            </a:xfrm>
            <a:custGeom>
              <a:avLst/>
              <a:gdLst/>
              <a:ahLst/>
              <a:cxnLst/>
              <a:rect l="l" t="t" r="r" b="b"/>
              <a:pathLst>
                <a:path w="10902" h="9542" extrusionOk="0">
                  <a:moveTo>
                    <a:pt x="2909" y="0"/>
                  </a:moveTo>
                  <a:cubicBezTo>
                    <a:pt x="1382" y="21"/>
                    <a:pt x="168" y="1339"/>
                    <a:pt x="85" y="2909"/>
                  </a:cubicBezTo>
                  <a:cubicBezTo>
                    <a:pt x="1" y="4876"/>
                    <a:pt x="1549" y="6215"/>
                    <a:pt x="3893" y="8202"/>
                  </a:cubicBezTo>
                  <a:cubicBezTo>
                    <a:pt x="4332" y="8579"/>
                    <a:pt x="4771" y="8956"/>
                    <a:pt x="5232" y="9353"/>
                  </a:cubicBezTo>
                  <a:lnTo>
                    <a:pt x="5441" y="9541"/>
                  </a:lnTo>
                  <a:lnTo>
                    <a:pt x="5650" y="9353"/>
                  </a:lnTo>
                  <a:cubicBezTo>
                    <a:pt x="6131" y="8935"/>
                    <a:pt x="6571" y="8579"/>
                    <a:pt x="6989" y="8202"/>
                  </a:cubicBezTo>
                  <a:cubicBezTo>
                    <a:pt x="9333" y="6215"/>
                    <a:pt x="10902" y="4876"/>
                    <a:pt x="10797" y="2909"/>
                  </a:cubicBezTo>
                  <a:cubicBezTo>
                    <a:pt x="10735" y="1339"/>
                    <a:pt x="9521" y="21"/>
                    <a:pt x="7973" y="0"/>
                  </a:cubicBezTo>
                  <a:cubicBezTo>
                    <a:pt x="7094" y="0"/>
                    <a:pt x="6320" y="419"/>
                    <a:pt x="5734" y="1235"/>
                  </a:cubicBezTo>
                  <a:cubicBezTo>
                    <a:pt x="5608" y="1402"/>
                    <a:pt x="5525" y="1549"/>
                    <a:pt x="5441" y="1716"/>
                  </a:cubicBezTo>
                  <a:cubicBezTo>
                    <a:pt x="5357" y="1549"/>
                    <a:pt x="5274" y="1402"/>
                    <a:pt x="5169" y="1235"/>
                  </a:cubicBezTo>
                  <a:cubicBezTo>
                    <a:pt x="4583" y="440"/>
                    <a:pt x="3830" y="0"/>
                    <a:pt x="2930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6194809" y="3441293"/>
              <a:ext cx="344958" cy="165635"/>
            </a:xfrm>
            <a:custGeom>
              <a:avLst/>
              <a:gdLst/>
              <a:ahLst/>
              <a:cxnLst/>
              <a:rect l="l" t="t" r="r" b="b"/>
              <a:pathLst>
                <a:path w="9501" h="4562" extrusionOk="0">
                  <a:moveTo>
                    <a:pt x="2219" y="0"/>
                  </a:moveTo>
                  <a:cubicBezTo>
                    <a:pt x="1047" y="0"/>
                    <a:pt x="85" y="1025"/>
                    <a:pt x="22" y="2302"/>
                  </a:cubicBezTo>
                  <a:cubicBezTo>
                    <a:pt x="1" y="2804"/>
                    <a:pt x="106" y="3285"/>
                    <a:pt x="378" y="3766"/>
                  </a:cubicBezTo>
                  <a:lnTo>
                    <a:pt x="2010" y="3766"/>
                  </a:lnTo>
                  <a:lnTo>
                    <a:pt x="2847" y="1276"/>
                  </a:lnTo>
                  <a:lnTo>
                    <a:pt x="4165" y="4561"/>
                  </a:lnTo>
                  <a:lnTo>
                    <a:pt x="4562" y="3766"/>
                  </a:lnTo>
                  <a:lnTo>
                    <a:pt x="9145" y="3766"/>
                  </a:lnTo>
                  <a:cubicBezTo>
                    <a:pt x="9396" y="3264"/>
                    <a:pt x="9500" y="2804"/>
                    <a:pt x="9479" y="2302"/>
                  </a:cubicBezTo>
                  <a:cubicBezTo>
                    <a:pt x="9417" y="1004"/>
                    <a:pt x="8454" y="0"/>
                    <a:pt x="7282" y="0"/>
                  </a:cubicBezTo>
                  <a:lnTo>
                    <a:pt x="7261" y="0"/>
                  </a:lnTo>
                  <a:cubicBezTo>
                    <a:pt x="5608" y="0"/>
                    <a:pt x="5064" y="1946"/>
                    <a:pt x="5064" y="1967"/>
                  </a:cubicBezTo>
                  <a:lnTo>
                    <a:pt x="4751" y="3076"/>
                  </a:lnTo>
                  <a:lnTo>
                    <a:pt x="4458" y="1967"/>
                  </a:lnTo>
                  <a:cubicBezTo>
                    <a:pt x="4437" y="1967"/>
                    <a:pt x="4290" y="1444"/>
                    <a:pt x="3935" y="942"/>
                  </a:cubicBezTo>
                  <a:cubicBezTo>
                    <a:pt x="3495" y="314"/>
                    <a:pt x="2909" y="0"/>
                    <a:pt x="2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6169959" y="3416767"/>
              <a:ext cx="395797" cy="346422"/>
            </a:xfrm>
            <a:custGeom>
              <a:avLst/>
              <a:gdLst/>
              <a:ahLst/>
              <a:cxnLst/>
              <a:rect l="l" t="t" r="r" b="b"/>
              <a:pathLst>
                <a:path w="10902" h="9542" extrusionOk="0">
                  <a:moveTo>
                    <a:pt x="7972" y="628"/>
                  </a:moveTo>
                  <a:cubicBezTo>
                    <a:pt x="9144" y="649"/>
                    <a:pt x="10107" y="1653"/>
                    <a:pt x="10169" y="2930"/>
                  </a:cubicBezTo>
                  <a:cubicBezTo>
                    <a:pt x="10190" y="3432"/>
                    <a:pt x="10086" y="3913"/>
                    <a:pt x="9835" y="4394"/>
                  </a:cubicBezTo>
                  <a:lnTo>
                    <a:pt x="5252" y="4394"/>
                  </a:lnTo>
                  <a:lnTo>
                    <a:pt x="4834" y="5210"/>
                  </a:lnTo>
                  <a:lnTo>
                    <a:pt x="3516" y="1925"/>
                  </a:lnTo>
                  <a:lnTo>
                    <a:pt x="2700" y="4394"/>
                  </a:lnTo>
                  <a:lnTo>
                    <a:pt x="1047" y="4394"/>
                  </a:lnTo>
                  <a:cubicBezTo>
                    <a:pt x="796" y="3913"/>
                    <a:pt x="691" y="3453"/>
                    <a:pt x="712" y="2930"/>
                  </a:cubicBezTo>
                  <a:cubicBezTo>
                    <a:pt x="775" y="1653"/>
                    <a:pt x="1737" y="649"/>
                    <a:pt x="2909" y="628"/>
                  </a:cubicBezTo>
                  <a:lnTo>
                    <a:pt x="2930" y="628"/>
                  </a:lnTo>
                  <a:cubicBezTo>
                    <a:pt x="3599" y="628"/>
                    <a:pt x="4164" y="963"/>
                    <a:pt x="4625" y="1591"/>
                  </a:cubicBezTo>
                  <a:cubicBezTo>
                    <a:pt x="4980" y="2072"/>
                    <a:pt x="5127" y="2595"/>
                    <a:pt x="5127" y="2595"/>
                  </a:cubicBezTo>
                  <a:lnTo>
                    <a:pt x="5441" y="3704"/>
                  </a:lnTo>
                  <a:lnTo>
                    <a:pt x="5734" y="2595"/>
                  </a:lnTo>
                  <a:cubicBezTo>
                    <a:pt x="5734" y="2574"/>
                    <a:pt x="6298" y="628"/>
                    <a:pt x="7951" y="628"/>
                  </a:cubicBezTo>
                  <a:close/>
                  <a:moveTo>
                    <a:pt x="3578" y="3746"/>
                  </a:moveTo>
                  <a:lnTo>
                    <a:pt x="4771" y="6738"/>
                  </a:lnTo>
                  <a:lnTo>
                    <a:pt x="5629" y="5022"/>
                  </a:lnTo>
                  <a:lnTo>
                    <a:pt x="9416" y="5022"/>
                  </a:lnTo>
                  <a:cubicBezTo>
                    <a:pt x="8788" y="5838"/>
                    <a:pt x="7805" y="6675"/>
                    <a:pt x="6570" y="7721"/>
                  </a:cubicBezTo>
                  <a:cubicBezTo>
                    <a:pt x="6215" y="8035"/>
                    <a:pt x="5838" y="8349"/>
                    <a:pt x="5441" y="8705"/>
                  </a:cubicBezTo>
                  <a:cubicBezTo>
                    <a:pt x="5043" y="8349"/>
                    <a:pt x="4666" y="8035"/>
                    <a:pt x="4290" y="7721"/>
                  </a:cubicBezTo>
                  <a:cubicBezTo>
                    <a:pt x="3076" y="6675"/>
                    <a:pt x="2093" y="5838"/>
                    <a:pt x="1465" y="5022"/>
                  </a:cubicBezTo>
                  <a:lnTo>
                    <a:pt x="3160" y="5022"/>
                  </a:lnTo>
                  <a:lnTo>
                    <a:pt x="3578" y="3746"/>
                  </a:lnTo>
                  <a:close/>
                  <a:moveTo>
                    <a:pt x="2909" y="0"/>
                  </a:moveTo>
                  <a:cubicBezTo>
                    <a:pt x="1360" y="21"/>
                    <a:pt x="147" y="1339"/>
                    <a:pt x="84" y="2909"/>
                  </a:cubicBezTo>
                  <a:cubicBezTo>
                    <a:pt x="0" y="4876"/>
                    <a:pt x="1549" y="6194"/>
                    <a:pt x="3892" y="8202"/>
                  </a:cubicBezTo>
                  <a:cubicBezTo>
                    <a:pt x="4332" y="8558"/>
                    <a:pt x="4771" y="8935"/>
                    <a:pt x="5231" y="9353"/>
                  </a:cubicBezTo>
                  <a:lnTo>
                    <a:pt x="5441" y="9542"/>
                  </a:lnTo>
                  <a:lnTo>
                    <a:pt x="5650" y="9353"/>
                  </a:lnTo>
                  <a:cubicBezTo>
                    <a:pt x="6110" y="8935"/>
                    <a:pt x="6550" y="8558"/>
                    <a:pt x="6989" y="8202"/>
                  </a:cubicBezTo>
                  <a:cubicBezTo>
                    <a:pt x="9332" y="6194"/>
                    <a:pt x="10902" y="4876"/>
                    <a:pt x="10797" y="2909"/>
                  </a:cubicBezTo>
                  <a:cubicBezTo>
                    <a:pt x="10713" y="1339"/>
                    <a:pt x="9521" y="21"/>
                    <a:pt x="7972" y="0"/>
                  </a:cubicBezTo>
                  <a:cubicBezTo>
                    <a:pt x="7073" y="0"/>
                    <a:pt x="6298" y="419"/>
                    <a:pt x="5734" y="1235"/>
                  </a:cubicBezTo>
                  <a:cubicBezTo>
                    <a:pt x="5608" y="1381"/>
                    <a:pt x="5524" y="1549"/>
                    <a:pt x="5441" y="1695"/>
                  </a:cubicBezTo>
                  <a:cubicBezTo>
                    <a:pt x="5357" y="1549"/>
                    <a:pt x="5273" y="1381"/>
                    <a:pt x="5148" y="1235"/>
                  </a:cubicBezTo>
                  <a:cubicBezTo>
                    <a:pt x="4583" y="419"/>
                    <a:pt x="3809" y="0"/>
                    <a:pt x="2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  <a:p>
            <a:r>
              <a:rPr lang="en-US" sz="2000" dirty="0"/>
              <a:t>Hospital request → AI processes → Donor matched.</a:t>
            </a:r>
          </a:p>
          <a:p>
            <a:r>
              <a:rPr lang="en-US" sz="2000" dirty="0"/>
              <a:t>Donor notification → confirmation → donation.</a:t>
            </a:r>
          </a:p>
          <a:p>
            <a:r>
              <a:rPr lang="en-US" sz="2000" dirty="0"/>
              <a:t>Hospital updates dashboard → completion.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Operational Workflow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442550" y="2228466"/>
            <a:ext cx="3237350" cy="2165582"/>
            <a:chOff x="2965875" y="1793225"/>
            <a:chExt cx="3237350" cy="2165582"/>
          </a:xfrm>
        </p:grpSpPr>
        <p:cxnSp>
          <p:nvCxnSpPr>
            <p:cNvPr id="6" name="Google Shape;896;p47"/>
            <p:cNvCxnSpPr/>
            <p:nvPr/>
          </p:nvCxnSpPr>
          <p:spPr>
            <a:xfrm rot="10800000">
              <a:off x="5253125" y="2953400"/>
              <a:ext cx="950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00;p47"/>
            <p:cNvCxnSpPr/>
            <p:nvPr/>
          </p:nvCxnSpPr>
          <p:spPr>
            <a:xfrm rot="10800000">
              <a:off x="5745700" y="1793225"/>
              <a:ext cx="444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" name="Group 7"/>
            <p:cNvGrpSpPr/>
            <p:nvPr/>
          </p:nvGrpSpPr>
          <p:grpSpPr>
            <a:xfrm>
              <a:off x="2965875" y="1793225"/>
              <a:ext cx="2779943" cy="2165582"/>
              <a:chOff x="2965875" y="1793225"/>
              <a:chExt cx="2779943" cy="2165582"/>
            </a:xfrm>
          </p:grpSpPr>
          <p:cxnSp>
            <p:nvCxnSpPr>
              <p:cNvPr id="9" name="Google Shape;895;p47"/>
              <p:cNvCxnSpPr/>
              <p:nvPr/>
            </p:nvCxnSpPr>
            <p:spPr>
              <a:xfrm>
                <a:off x="2965925" y="2662200"/>
                <a:ext cx="1092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" name="Google Shape;897;p47"/>
              <p:cNvCxnSpPr/>
              <p:nvPr/>
            </p:nvCxnSpPr>
            <p:spPr>
              <a:xfrm rot="10800000">
                <a:off x="2965875" y="3958806"/>
                <a:ext cx="58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" name="Google Shape;898;p47"/>
              <p:cNvSpPr/>
              <p:nvPr/>
            </p:nvSpPr>
            <p:spPr>
              <a:xfrm rot="-5400000">
                <a:off x="3712943" y="3379832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99;p47"/>
              <p:cNvSpPr/>
              <p:nvPr/>
            </p:nvSpPr>
            <p:spPr>
              <a:xfrm rot="5400000">
                <a:off x="5166843" y="1630257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" name="Google Shape;901;p47"/>
              <p:cNvGrpSpPr/>
              <p:nvPr/>
            </p:nvGrpSpPr>
            <p:grpSpPr>
              <a:xfrm>
                <a:off x="3886950" y="2209224"/>
                <a:ext cx="1370111" cy="1737644"/>
                <a:chOff x="3886950" y="2209224"/>
                <a:chExt cx="1370111" cy="1737644"/>
              </a:xfrm>
            </p:grpSpPr>
            <p:grpSp>
              <p:nvGrpSpPr>
                <p:cNvPr id="14" name="Google Shape;902;p47"/>
                <p:cNvGrpSpPr/>
                <p:nvPr/>
              </p:nvGrpSpPr>
              <p:grpSpPr>
                <a:xfrm>
                  <a:off x="3886950" y="2209224"/>
                  <a:ext cx="1370111" cy="1333587"/>
                  <a:chOff x="3848850" y="2209224"/>
                  <a:chExt cx="1370111" cy="1333587"/>
                </a:xfrm>
              </p:grpSpPr>
              <p:sp>
                <p:nvSpPr>
                  <p:cNvPr id="16" name="Google Shape;903;p47"/>
                  <p:cNvSpPr/>
                  <p:nvPr/>
                </p:nvSpPr>
                <p:spPr>
                  <a:xfrm>
                    <a:off x="4875408" y="2209224"/>
                    <a:ext cx="186199" cy="3123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8" h="5232" extrusionOk="0">
                        <a:moveTo>
                          <a:pt x="1549" y="1"/>
                        </a:moveTo>
                        <a:cubicBezTo>
                          <a:pt x="1549" y="1"/>
                          <a:pt x="0" y="2804"/>
                          <a:pt x="0" y="3662"/>
                        </a:cubicBezTo>
                        <a:cubicBezTo>
                          <a:pt x="0" y="4520"/>
                          <a:pt x="691" y="5231"/>
                          <a:pt x="1549" y="5231"/>
                        </a:cubicBezTo>
                        <a:cubicBezTo>
                          <a:pt x="2407" y="5231"/>
                          <a:pt x="3118" y="4520"/>
                          <a:pt x="3118" y="3662"/>
                        </a:cubicBezTo>
                        <a:cubicBezTo>
                          <a:pt x="3118" y="2804"/>
                          <a:pt x="1549" y="1"/>
                          <a:pt x="1549" y="1"/>
                        </a:cubicBez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904;p47"/>
                  <p:cNvSpPr/>
                  <p:nvPr/>
                </p:nvSpPr>
                <p:spPr>
                  <a:xfrm>
                    <a:off x="4167858" y="3230474"/>
                    <a:ext cx="186199" cy="3123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8" h="5232" extrusionOk="0">
                        <a:moveTo>
                          <a:pt x="1549" y="1"/>
                        </a:moveTo>
                        <a:cubicBezTo>
                          <a:pt x="1549" y="1"/>
                          <a:pt x="0" y="2804"/>
                          <a:pt x="0" y="3662"/>
                        </a:cubicBezTo>
                        <a:cubicBezTo>
                          <a:pt x="0" y="4520"/>
                          <a:pt x="691" y="5231"/>
                          <a:pt x="1549" y="5231"/>
                        </a:cubicBezTo>
                        <a:cubicBezTo>
                          <a:pt x="2407" y="5231"/>
                          <a:pt x="3118" y="4520"/>
                          <a:pt x="3118" y="3662"/>
                        </a:cubicBezTo>
                        <a:cubicBezTo>
                          <a:pt x="3118" y="2804"/>
                          <a:pt x="1549" y="1"/>
                          <a:pt x="1549" y="1"/>
                        </a:cubicBez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905;p47"/>
                  <p:cNvSpPr/>
                  <p:nvPr/>
                </p:nvSpPr>
                <p:spPr>
                  <a:xfrm>
                    <a:off x="3848850" y="2455155"/>
                    <a:ext cx="500881" cy="585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3" h="6299" extrusionOk="0">
                        <a:moveTo>
                          <a:pt x="2511" y="1"/>
                        </a:moveTo>
                        <a:cubicBezTo>
                          <a:pt x="1821" y="1"/>
                          <a:pt x="1172" y="336"/>
                          <a:pt x="712" y="963"/>
                        </a:cubicBezTo>
                        <a:cubicBezTo>
                          <a:pt x="252" y="1549"/>
                          <a:pt x="0" y="2323"/>
                          <a:pt x="0" y="3160"/>
                        </a:cubicBezTo>
                        <a:cubicBezTo>
                          <a:pt x="0" y="3976"/>
                          <a:pt x="252" y="4750"/>
                          <a:pt x="712" y="5336"/>
                        </a:cubicBezTo>
                        <a:cubicBezTo>
                          <a:pt x="1172" y="5964"/>
                          <a:pt x="1821" y="6299"/>
                          <a:pt x="2511" y="6299"/>
                        </a:cubicBezTo>
                        <a:cubicBezTo>
                          <a:pt x="3202" y="6299"/>
                          <a:pt x="3829" y="5964"/>
                          <a:pt x="4311" y="5336"/>
                        </a:cubicBezTo>
                        <a:cubicBezTo>
                          <a:pt x="4771" y="4750"/>
                          <a:pt x="5022" y="3976"/>
                          <a:pt x="5022" y="3160"/>
                        </a:cubicBezTo>
                        <a:cubicBezTo>
                          <a:pt x="5022" y="2323"/>
                          <a:pt x="4771" y="1549"/>
                          <a:pt x="4311" y="963"/>
                        </a:cubicBezTo>
                        <a:cubicBezTo>
                          <a:pt x="3829" y="336"/>
                          <a:pt x="3202" y="1"/>
                          <a:pt x="2511" y="1"/>
                        </a:cubicBezTo>
                        <a:close/>
                      </a:path>
                    </a:pathLst>
                  </a:custGeom>
                  <a:solidFill>
                    <a:srgbClr val="B2090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" name="Google Shape;906;p47"/>
                  <p:cNvGrpSpPr/>
                  <p:nvPr/>
                </p:nvGrpSpPr>
                <p:grpSpPr>
                  <a:xfrm>
                    <a:off x="4010499" y="2371418"/>
                    <a:ext cx="500890" cy="585517"/>
                    <a:chOff x="4361621" y="2990720"/>
                    <a:chExt cx="233406" cy="272841"/>
                  </a:xfrm>
                </p:grpSpPr>
                <p:sp>
                  <p:nvSpPr>
                    <p:cNvPr id="24" name="Google Shape;907;p47"/>
                    <p:cNvSpPr/>
                    <p:nvPr/>
                  </p:nvSpPr>
                  <p:spPr>
                    <a:xfrm>
                      <a:off x="4361621" y="2990720"/>
                      <a:ext cx="233406" cy="2728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23" h="6299" extrusionOk="0">
                          <a:moveTo>
                            <a:pt x="2511" y="1"/>
                          </a:moveTo>
                          <a:cubicBezTo>
                            <a:pt x="1821" y="1"/>
                            <a:pt x="1172" y="336"/>
                            <a:pt x="712" y="963"/>
                          </a:cubicBezTo>
                          <a:cubicBezTo>
                            <a:pt x="252" y="1549"/>
                            <a:pt x="0" y="2323"/>
                            <a:pt x="0" y="3160"/>
                          </a:cubicBezTo>
                          <a:cubicBezTo>
                            <a:pt x="0" y="3976"/>
                            <a:pt x="252" y="4750"/>
                            <a:pt x="712" y="5336"/>
                          </a:cubicBezTo>
                          <a:cubicBezTo>
                            <a:pt x="1172" y="5964"/>
                            <a:pt x="1821" y="6299"/>
                            <a:pt x="2511" y="6299"/>
                          </a:cubicBezTo>
                          <a:cubicBezTo>
                            <a:pt x="3202" y="6299"/>
                            <a:pt x="3829" y="5964"/>
                            <a:pt x="4311" y="5336"/>
                          </a:cubicBezTo>
                          <a:cubicBezTo>
                            <a:pt x="4771" y="4750"/>
                            <a:pt x="5022" y="3976"/>
                            <a:pt x="5022" y="3160"/>
                          </a:cubicBezTo>
                          <a:cubicBezTo>
                            <a:pt x="5022" y="2323"/>
                            <a:pt x="4771" y="1549"/>
                            <a:pt x="4311" y="963"/>
                          </a:cubicBezTo>
                          <a:cubicBezTo>
                            <a:pt x="3829" y="336"/>
                            <a:pt x="3202" y="1"/>
                            <a:pt x="2511" y="1"/>
                          </a:cubicBez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" name="Google Shape;908;p47"/>
                    <p:cNvSpPr/>
                    <p:nvPr/>
                  </p:nvSpPr>
                  <p:spPr>
                    <a:xfrm>
                      <a:off x="4435931" y="3059425"/>
                      <a:ext cx="86772" cy="1364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23" h="6299" extrusionOk="0">
                          <a:moveTo>
                            <a:pt x="2511" y="1"/>
                          </a:moveTo>
                          <a:cubicBezTo>
                            <a:pt x="1821" y="1"/>
                            <a:pt x="1172" y="336"/>
                            <a:pt x="712" y="963"/>
                          </a:cubicBezTo>
                          <a:cubicBezTo>
                            <a:pt x="252" y="1549"/>
                            <a:pt x="0" y="2323"/>
                            <a:pt x="0" y="3160"/>
                          </a:cubicBezTo>
                          <a:cubicBezTo>
                            <a:pt x="0" y="3976"/>
                            <a:pt x="252" y="4750"/>
                            <a:pt x="712" y="5336"/>
                          </a:cubicBezTo>
                          <a:cubicBezTo>
                            <a:pt x="1172" y="5964"/>
                            <a:pt x="1821" y="6299"/>
                            <a:pt x="2511" y="6299"/>
                          </a:cubicBezTo>
                          <a:cubicBezTo>
                            <a:pt x="3202" y="6299"/>
                            <a:pt x="3829" y="5964"/>
                            <a:pt x="4311" y="5336"/>
                          </a:cubicBezTo>
                          <a:cubicBezTo>
                            <a:pt x="4771" y="4750"/>
                            <a:pt x="5022" y="3976"/>
                            <a:pt x="5022" y="3160"/>
                          </a:cubicBezTo>
                          <a:cubicBezTo>
                            <a:pt x="5022" y="2323"/>
                            <a:pt x="4771" y="1549"/>
                            <a:pt x="4311" y="963"/>
                          </a:cubicBezTo>
                          <a:cubicBezTo>
                            <a:pt x="3829" y="336"/>
                            <a:pt x="3202" y="1"/>
                            <a:pt x="2511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20" name="Google Shape;909;p47"/>
                  <p:cNvSpPr/>
                  <p:nvPr/>
                </p:nvSpPr>
                <p:spPr>
                  <a:xfrm>
                    <a:off x="4556416" y="2795085"/>
                    <a:ext cx="500881" cy="5855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3" h="6299" extrusionOk="0">
                        <a:moveTo>
                          <a:pt x="2511" y="1"/>
                        </a:moveTo>
                        <a:cubicBezTo>
                          <a:pt x="1821" y="1"/>
                          <a:pt x="1172" y="336"/>
                          <a:pt x="712" y="963"/>
                        </a:cubicBezTo>
                        <a:cubicBezTo>
                          <a:pt x="252" y="1549"/>
                          <a:pt x="0" y="2323"/>
                          <a:pt x="0" y="3160"/>
                        </a:cubicBezTo>
                        <a:cubicBezTo>
                          <a:pt x="0" y="3976"/>
                          <a:pt x="252" y="4750"/>
                          <a:pt x="712" y="5336"/>
                        </a:cubicBezTo>
                        <a:cubicBezTo>
                          <a:pt x="1172" y="5964"/>
                          <a:pt x="1821" y="6299"/>
                          <a:pt x="2511" y="6299"/>
                        </a:cubicBezTo>
                        <a:cubicBezTo>
                          <a:pt x="3202" y="6299"/>
                          <a:pt x="3829" y="5964"/>
                          <a:pt x="4311" y="5336"/>
                        </a:cubicBezTo>
                        <a:cubicBezTo>
                          <a:pt x="4771" y="4750"/>
                          <a:pt x="5022" y="3976"/>
                          <a:pt x="5022" y="3160"/>
                        </a:cubicBezTo>
                        <a:cubicBezTo>
                          <a:pt x="5022" y="2323"/>
                          <a:pt x="4771" y="1549"/>
                          <a:pt x="4311" y="963"/>
                        </a:cubicBezTo>
                        <a:cubicBezTo>
                          <a:pt x="3829" y="336"/>
                          <a:pt x="3202" y="1"/>
                          <a:pt x="2511" y="1"/>
                        </a:cubicBezTo>
                        <a:close/>
                      </a:path>
                    </a:pathLst>
                  </a:custGeom>
                  <a:solidFill>
                    <a:srgbClr val="B2090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1" name="Google Shape;910;p47"/>
                  <p:cNvGrpSpPr/>
                  <p:nvPr/>
                </p:nvGrpSpPr>
                <p:grpSpPr>
                  <a:xfrm>
                    <a:off x="4718072" y="2711347"/>
                    <a:ext cx="500890" cy="585517"/>
                    <a:chOff x="4691338" y="3149122"/>
                    <a:chExt cx="233406" cy="272841"/>
                  </a:xfrm>
                </p:grpSpPr>
                <p:sp>
                  <p:nvSpPr>
                    <p:cNvPr id="22" name="Google Shape;911;p47"/>
                    <p:cNvSpPr/>
                    <p:nvPr/>
                  </p:nvSpPr>
                  <p:spPr>
                    <a:xfrm>
                      <a:off x="4691338" y="3149122"/>
                      <a:ext cx="233406" cy="2728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23" h="6299" extrusionOk="0">
                          <a:moveTo>
                            <a:pt x="2511" y="1"/>
                          </a:moveTo>
                          <a:cubicBezTo>
                            <a:pt x="1821" y="1"/>
                            <a:pt x="1172" y="336"/>
                            <a:pt x="712" y="963"/>
                          </a:cubicBezTo>
                          <a:cubicBezTo>
                            <a:pt x="252" y="1549"/>
                            <a:pt x="0" y="2323"/>
                            <a:pt x="0" y="3160"/>
                          </a:cubicBezTo>
                          <a:cubicBezTo>
                            <a:pt x="0" y="3976"/>
                            <a:pt x="252" y="4750"/>
                            <a:pt x="712" y="5336"/>
                          </a:cubicBezTo>
                          <a:cubicBezTo>
                            <a:pt x="1172" y="5964"/>
                            <a:pt x="1821" y="6299"/>
                            <a:pt x="2511" y="6299"/>
                          </a:cubicBezTo>
                          <a:cubicBezTo>
                            <a:pt x="3202" y="6299"/>
                            <a:pt x="3829" y="5964"/>
                            <a:pt x="4311" y="5336"/>
                          </a:cubicBezTo>
                          <a:cubicBezTo>
                            <a:pt x="4771" y="4750"/>
                            <a:pt x="5022" y="3976"/>
                            <a:pt x="5022" y="3160"/>
                          </a:cubicBezTo>
                          <a:cubicBezTo>
                            <a:pt x="5022" y="2323"/>
                            <a:pt x="4771" y="1549"/>
                            <a:pt x="4311" y="963"/>
                          </a:cubicBezTo>
                          <a:cubicBezTo>
                            <a:pt x="3829" y="336"/>
                            <a:pt x="3202" y="1"/>
                            <a:pt x="2511" y="1"/>
                          </a:cubicBez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3" name="Google Shape;912;p47"/>
                    <p:cNvSpPr/>
                    <p:nvPr/>
                  </p:nvSpPr>
                  <p:spPr>
                    <a:xfrm>
                      <a:off x="4765648" y="3217826"/>
                      <a:ext cx="86772" cy="1364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23" h="6299" extrusionOk="0">
                          <a:moveTo>
                            <a:pt x="2511" y="1"/>
                          </a:moveTo>
                          <a:cubicBezTo>
                            <a:pt x="1821" y="1"/>
                            <a:pt x="1172" y="336"/>
                            <a:pt x="712" y="963"/>
                          </a:cubicBezTo>
                          <a:cubicBezTo>
                            <a:pt x="252" y="1549"/>
                            <a:pt x="0" y="2323"/>
                            <a:pt x="0" y="3160"/>
                          </a:cubicBezTo>
                          <a:cubicBezTo>
                            <a:pt x="0" y="3976"/>
                            <a:pt x="252" y="4750"/>
                            <a:pt x="712" y="5336"/>
                          </a:cubicBezTo>
                          <a:cubicBezTo>
                            <a:pt x="1172" y="5964"/>
                            <a:pt x="1821" y="6299"/>
                            <a:pt x="2511" y="6299"/>
                          </a:cubicBezTo>
                          <a:cubicBezTo>
                            <a:pt x="3202" y="6299"/>
                            <a:pt x="3829" y="5964"/>
                            <a:pt x="4311" y="5336"/>
                          </a:cubicBezTo>
                          <a:cubicBezTo>
                            <a:pt x="4771" y="4750"/>
                            <a:pt x="5022" y="3976"/>
                            <a:pt x="5022" y="3160"/>
                          </a:cubicBezTo>
                          <a:cubicBezTo>
                            <a:pt x="5022" y="2323"/>
                            <a:pt x="4771" y="1549"/>
                            <a:pt x="4311" y="963"/>
                          </a:cubicBezTo>
                          <a:cubicBezTo>
                            <a:pt x="3829" y="336"/>
                            <a:pt x="3202" y="1"/>
                            <a:pt x="2511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5" name="Google Shape;913;p47"/>
                <p:cNvSpPr/>
                <p:nvPr/>
              </p:nvSpPr>
              <p:spPr>
                <a:xfrm>
                  <a:off x="4915641" y="3654137"/>
                  <a:ext cx="186215" cy="292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3" h="6299" extrusionOk="0">
                      <a:moveTo>
                        <a:pt x="2511" y="1"/>
                      </a:moveTo>
                      <a:cubicBezTo>
                        <a:pt x="1821" y="1"/>
                        <a:pt x="1172" y="336"/>
                        <a:pt x="712" y="963"/>
                      </a:cubicBezTo>
                      <a:cubicBezTo>
                        <a:pt x="252" y="1549"/>
                        <a:pt x="0" y="2323"/>
                        <a:pt x="0" y="3160"/>
                      </a:cubicBezTo>
                      <a:cubicBezTo>
                        <a:pt x="0" y="3976"/>
                        <a:pt x="252" y="4750"/>
                        <a:pt x="712" y="5336"/>
                      </a:cubicBezTo>
                      <a:cubicBezTo>
                        <a:pt x="1172" y="5964"/>
                        <a:pt x="1821" y="6299"/>
                        <a:pt x="2511" y="6299"/>
                      </a:cubicBezTo>
                      <a:cubicBezTo>
                        <a:pt x="3202" y="6299"/>
                        <a:pt x="3829" y="5964"/>
                        <a:pt x="4311" y="5336"/>
                      </a:cubicBezTo>
                      <a:cubicBezTo>
                        <a:pt x="4771" y="4750"/>
                        <a:pt x="5022" y="3976"/>
                        <a:pt x="5022" y="3160"/>
                      </a:cubicBezTo>
                      <a:cubicBezTo>
                        <a:pt x="5022" y="2323"/>
                        <a:pt x="4771" y="1549"/>
                        <a:pt x="4311" y="963"/>
                      </a:cubicBezTo>
                      <a:cubicBezTo>
                        <a:pt x="3829" y="336"/>
                        <a:pt x="3202" y="1"/>
                        <a:pt x="25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6"/>
          <p:cNvSpPr txBox="1">
            <a:spLocks noGrp="1"/>
          </p:cNvSpPr>
          <p:nvPr>
            <p:ph type="title"/>
          </p:nvPr>
        </p:nvSpPr>
        <p:spPr>
          <a:xfrm>
            <a:off x="1063601" y="497637"/>
            <a:ext cx="660991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Organizational Plan</a:t>
            </a:r>
            <a:endParaRPr sz="47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79" name="Google Shape;579;p36"/>
          <p:cNvSpPr txBox="1">
            <a:spLocks noGrp="1"/>
          </p:cNvSpPr>
          <p:nvPr>
            <p:ph type="subTitle" idx="1"/>
          </p:nvPr>
        </p:nvSpPr>
        <p:spPr>
          <a:xfrm>
            <a:off x="336718" y="1318832"/>
            <a:ext cx="5812478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CEO – Strategy, Vision, Partnerships.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CTO – Technology, AI, App Development.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COO – Operations, Hospital Relations.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CMO – Donor Engagement, Marketing.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CFO – Financial Modeling, Funding, Budget.</a:t>
            </a:r>
          </a:p>
        </p:txBody>
      </p:sp>
      <p:grpSp>
        <p:nvGrpSpPr>
          <p:cNvPr id="585" name="Google Shape;585;p36"/>
          <p:cNvGrpSpPr/>
          <p:nvPr/>
        </p:nvGrpSpPr>
        <p:grpSpPr>
          <a:xfrm>
            <a:off x="8562259" y="799220"/>
            <a:ext cx="194921" cy="194959"/>
            <a:chOff x="7932213" y="1463813"/>
            <a:chExt cx="127125" cy="127150"/>
          </a:xfrm>
        </p:grpSpPr>
        <p:sp>
          <p:nvSpPr>
            <p:cNvPr id="586" name="Google Shape;586;p36"/>
            <p:cNvSpPr/>
            <p:nvPr/>
          </p:nvSpPr>
          <p:spPr>
            <a:xfrm>
              <a:off x="7932213" y="1527113"/>
              <a:ext cx="127125" cy="25"/>
            </a:xfrm>
            <a:custGeom>
              <a:avLst/>
              <a:gdLst/>
              <a:ahLst/>
              <a:cxnLst/>
              <a:rect l="l" t="t" r="r" b="b"/>
              <a:pathLst>
                <a:path w="5085" h="1" fill="none" extrusionOk="0">
                  <a:moveTo>
                    <a:pt x="0" y="1"/>
                  </a:moveTo>
                  <a:lnTo>
                    <a:pt x="5085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7996013" y="1463813"/>
              <a:ext cx="25" cy="127150"/>
            </a:xfrm>
            <a:custGeom>
              <a:avLst/>
              <a:gdLst/>
              <a:ahLst/>
              <a:cxnLst/>
              <a:rect l="l" t="t" r="r" b="b"/>
              <a:pathLst>
                <a:path w="1" h="5086" fill="none" extrusionOk="0">
                  <a:moveTo>
                    <a:pt x="1" y="5085"/>
                  </a:moveTo>
                  <a:lnTo>
                    <a:pt x="1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8" name="Google Shape;588;p36"/>
          <p:cNvSpPr/>
          <p:nvPr/>
        </p:nvSpPr>
        <p:spPr>
          <a:xfrm>
            <a:off x="430728" y="892688"/>
            <a:ext cx="117144" cy="38"/>
          </a:xfrm>
          <a:custGeom>
            <a:avLst/>
            <a:gdLst/>
            <a:ahLst/>
            <a:cxnLst/>
            <a:rect l="l" t="t" r="r" b="b"/>
            <a:pathLst>
              <a:path w="3056" h="1" fill="none" extrusionOk="0">
                <a:moveTo>
                  <a:pt x="1" y="1"/>
                </a:moveTo>
                <a:lnTo>
                  <a:pt x="3055" y="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6413003" y="1462266"/>
            <a:ext cx="2247081" cy="2148816"/>
            <a:chOff x="3282046" y="8562"/>
            <a:chExt cx="2521033" cy="2410788"/>
          </a:xfrm>
        </p:grpSpPr>
        <p:grpSp>
          <p:nvGrpSpPr>
            <p:cNvPr id="4" name="Group 3"/>
            <p:cNvGrpSpPr/>
            <p:nvPr/>
          </p:nvGrpSpPr>
          <p:grpSpPr>
            <a:xfrm>
              <a:off x="3282046" y="8562"/>
              <a:ext cx="2446928" cy="2410788"/>
              <a:chOff x="3282046" y="8562"/>
              <a:chExt cx="2446928" cy="2410788"/>
            </a:xfrm>
          </p:grpSpPr>
          <p:grpSp>
            <p:nvGrpSpPr>
              <p:cNvPr id="572" name="Google Shape;572;p36"/>
              <p:cNvGrpSpPr/>
              <p:nvPr/>
            </p:nvGrpSpPr>
            <p:grpSpPr>
              <a:xfrm>
                <a:off x="3499600" y="8562"/>
                <a:ext cx="1209457" cy="1846488"/>
                <a:chOff x="3499600" y="8562"/>
                <a:chExt cx="1209457" cy="1846488"/>
              </a:xfrm>
            </p:grpSpPr>
            <p:sp>
              <p:nvSpPr>
                <p:cNvPr id="573" name="Google Shape;573;p36"/>
                <p:cNvSpPr/>
                <p:nvPr/>
              </p:nvSpPr>
              <p:spPr>
                <a:xfrm>
                  <a:off x="4435403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574;p36"/>
                <p:cNvSpPr/>
                <p:nvPr/>
              </p:nvSpPr>
              <p:spPr>
                <a:xfrm>
                  <a:off x="4544703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575;p36"/>
                <p:cNvSpPr/>
                <p:nvPr/>
              </p:nvSpPr>
              <p:spPr>
                <a:xfrm flipH="1">
                  <a:off x="4156003" y="402400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36"/>
                <p:cNvSpPr/>
                <p:nvPr/>
              </p:nvSpPr>
              <p:spPr>
                <a:xfrm rot="10800000" flipH="1">
                  <a:off x="3499600" y="1144409"/>
                  <a:ext cx="393181" cy="710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77" name="Google Shape;577;p36"/>
                <p:cNvCxnSpPr/>
                <p:nvPr/>
              </p:nvCxnSpPr>
              <p:spPr>
                <a:xfrm>
                  <a:off x="3884200" y="1144421"/>
                  <a:ext cx="331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80" name="Google Shape;580;p36"/>
              <p:cNvGrpSpPr/>
              <p:nvPr/>
            </p:nvGrpSpPr>
            <p:grpSpPr>
              <a:xfrm>
                <a:off x="3282046" y="1687783"/>
                <a:ext cx="2446928" cy="731567"/>
                <a:chOff x="5675362" y="3258495"/>
                <a:chExt cx="1333476" cy="398652"/>
              </a:xfrm>
            </p:grpSpPr>
            <p:sp>
              <p:nvSpPr>
                <p:cNvPr id="581" name="Google Shape;581;p36"/>
                <p:cNvSpPr/>
                <p:nvPr/>
              </p:nvSpPr>
              <p:spPr>
                <a:xfrm>
                  <a:off x="5675362" y="3258495"/>
                  <a:ext cx="237576" cy="398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" h="5232" extrusionOk="0">
                      <a:moveTo>
                        <a:pt x="1549" y="1"/>
                      </a:moveTo>
                      <a:cubicBezTo>
                        <a:pt x="1549" y="1"/>
                        <a:pt x="0" y="2804"/>
                        <a:pt x="0" y="3662"/>
                      </a:cubicBezTo>
                      <a:cubicBezTo>
                        <a:pt x="0" y="4520"/>
                        <a:pt x="691" y="5231"/>
                        <a:pt x="1549" y="5231"/>
                      </a:cubicBezTo>
                      <a:cubicBezTo>
                        <a:pt x="2407" y="5231"/>
                        <a:pt x="3118" y="4520"/>
                        <a:pt x="3118" y="3662"/>
                      </a:cubicBezTo>
                      <a:cubicBezTo>
                        <a:pt x="3118" y="2804"/>
                        <a:pt x="1549" y="1"/>
                        <a:pt x="154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36"/>
                <p:cNvSpPr/>
                <p:nvPr/>
              </p:nvSpPr>
              <p:spPr>
                <a:xfrm>
                  <a:off x="6040662" y="3258495"/>
                  <a:ext cx="237576" cy="398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" h="5232" extrusionOk="0">
                      <a:moveTo>
                        <a:pt x="1549" y="1"/>
                      </a:moveTo>
                      <a:cubicBezTo>
                        <a:pt x="1549" y="1"/>
                        <a:pt x="0" y="2804"/>
                        <a:pt x="0" y="3662"/>
                      </a:cubicBezTo>
                      <a:cubicBezTo>
                        <a:pt x="0" y="4520"/>
                        <a:pt x="691" y="5231"/>
                        <a:pt x="1549" y="5231"/>
                      </a:cubicBezTo>
                      <a:cubicBezTo>
                        <a:pt x="2407" y="5231"/>
                        <a:pt x="3118" y="4520"/>
                        <a:pt x="3118" y="3662"/>
                      </a:cubicBezTo>
                      <a:cubicBezTo>
                        <a:pt x="3118" y="2804"/>
                        <a:pt x="1549" y="1"/>
                        <a:pt x="154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6"/>
                <p:cNvSpPr/>
                <p:nvPr/>
              </p:nvSpPr>
              <p:spPr>
                <a:xfrm>
                  <a:off x="6405962" y="3258495"/>
                  <a:ext cx="237576" cy="398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" h="5232" extrusionOk="0">
                      <a:moveTo>
                        <a:pt x="1549" y="1"/>
                      </a:moveTo>
                      <a:cubicBezTo>
                        <a:pt x="1549" y="1"/>
                        <a:pt x="0" y="2804"/>
                        <a:pt x="0" y="3662"/>
                      </a:cubicBezTo>
                      <a:cubicBezTo>
                        <a:pt x="0" y="4520"/>
                        <a:pt x="691" y="5231"/>
                        <a:pt x="1549" y="5231"/>
                      </a:cubicBezTo>
                      <a:cubicBezTo>
                        <a:pt x="2407" y="5231"/>
                        <a:pt x="3118" y="4520"/>
                        <a:pt x="3118" y="3662"/>
                      </a:cubicBezTo>
                      <a:cubicBezTo>
                        <a:pt x="3118" y="2804"/>
                        <a:pt x="1549" y="1"/>
                        <a:pt x="154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6"/>
                <p:cNvSpPr/>
                <p:nvPr/>
              </p:nvSpPr>
              <p:spPr>
                <a:xfrm>
                  <a:off x="6771262" y="3258495"/>
                  <a:ext cx="237576" cy="398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" h="5232" extrusionOk="0">
                      <a:moveTo>
                        <a:pt x="1549" y="1"/>
                      </a:moveTo>
                      <a:cubicBezTo>
                        <a:pt x="1549" y="1"/>
                        <a:pt x="0" y="2804"/>
                        <a:pt x="0" y="3662"/>
                      </a:cubicBezTo>
                      <a:cubicBezTo>
                        <a:pt x="0" y="4520"/>
                        <a:pt x="691" y="5231"/>
                        <a:pt x="1549" y="5231"/>
                      </a:cubicBezTo>
                      <a:cubicBezTo>
                        <a:pt x="2407" y="5231"/>
                        <a:pt x="3118" y="4520"/>
                        <a:pt x="3118" y="3662"/>
                      </a:cubicBezTo>
                      <a:cubicBezTo>
                        <a:pt x="3118" y="2804"/>
                        <a:pt x="1549" y="1"/>
                        <a:pt x="154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89" name="Google Shape;589;p36"/>
            <p:cNvGrpSpPr/>
            <p:nvPr/>
          </p:nvGrpSpPr>
          <p:grpSpPr>
            <a:xfrm>
              <a:off x="3356151" y="1573457"/>
              <a:ext cx="2446928" cy="731567"/>
              <a:chOff x="5675362" y="3258495"/>
              <a:chExt cx="1333476" cy="398652"/>
            </a:xfrm>
          </p:grpSpPr>
          <p:sp>
            <p:nvSpPr>
              <p:cNvPr id="590" name="Google Shape;590;p36"/>
              <p:cNvSpPr/>
              <p:nvPr/>
            </p:nvSpPr>
            <p:spPr>
              <a:xfrm>
                <a:off x="5675362" y="3258495"/>
                <a:ext cx="237576" cy="398652"/>
              </a:xfrm>
              <a:custGeom>
                <a:avLst/>
                <a:gdLst/>
                <a:ahLst/>
                <a:cxnLst/>
                <a:rect l="l" t="t" r="r" b="b"/>
                <a:pathLst>
                  <a:path w="3118" h="5232" extrusionOk="0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6"/>
              <p:cNvSpPr/>
              <p:nvPr/>
            </p:nvSpPr>
            <p:spPr>
              <a:xfrm>
                <a:off x="6040662" y="3258495"/>
                <a:ext cx="237576" cy="398652"/>
              </a:xfrm>
              <a:custGeom>
                <a:avLst/>
                <a:gdLst/>
                <a:ahLst/>
                <a:cxnLst/>
                <a:rect l="l" t="t" r="r" b="b"/>
                <a:pathLst>
                  <a:path w="3118" h="5232" extrusionOk="0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6"/>
              <p:cNvSpPr/>
              <p:nvPr/>
            </p:nvSpPr>
            <p:spPr>
              <a:xfrm>
                <a:off x="6405962" y="3258495"/>
                <a:ext cx="237576" cy="398652"/>
              </a:xfrm>
              <a:custGeom>
                <a:avLst/>
                <a:gdLst/>
                <a:ahLst/>
                <a:cxnLst/>
                <a:rect l="l" t="t" r="r" b="b"/>
                <a:pathLst>
                  <a:path w="3118" h="5232" extrusionOk="0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6771262" y="3258495"/>
                <a:ext cx="237576" cy="398652"/>
              </a:xfrm>
              <a:custGeom>
                <a:avLst/>
                <a:gdLst/>
                <a:ahLst/>
                <a:cxnLst/>
                <a:rect l="l" t="t" r="r" b="b"/>
                <a:pathLst>
                  <a:path w="3118" h="5232" extrusionOk="0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8"/>
          <p:cNvSpPr txBox="1">
            <a:spLocks noGrp="1"/>
          </p:cNvSpPr>
          <p:nvPr>
            <p:ph type="title" idx="4294967295"/>
          </p:nvPr>
        </p:nvSpPr>
        <p:spPr>
          <a:xfrm>
            <a:off x="1982842" y="0"/>
            <a:ext cx="5068887" cy="571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>
                <a:solidFill>
                  <a:schemeClr val="bg1"/>
                </a:solidFill>
              </a:rPr>
              <a:t>Business Model Canvas</a:t>
            </a:r>
            <a:endParaRPr sz="4000" u="none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88" y="636399"/>
            <a:ext cx="8012624" cy="4354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708250" y="1181078"/>
            <a:ext cx="6107417" cy="1816118"/>
          </a:xfrm>
        </p:spPr>
        <p:txBody>
          <a:bodyPr/>
          <a:lstStyle/>
          <a:p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err="1"/>
              <a:t>BloodLink</a:t>
            </a:r>
            <a:r>
              <a:rPr lang="en-US" sz="2000" dirty="0"/>
              <a:t> revolutionizes blood donation.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Fast, accurate, and life-saving technology.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Scalable national solution for Pakistan.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High social value and strong business model.</a:t>
            </a:r>
          </a:p>
          <a:p>
            <a:endParaRPr lang="en-US" sz="200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700" dirty="0">
                <a:latin typeface="Calibri" panose="020F0502020204030204" charset="0"/>
                <a:cs typeface="Calibri" panose="020F0502020204030204" charset="0"/>
              </a:rPr>
              <a:t>Conclusion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764539" y="3352800"/>
            <a:ext cx="5615022" cy="604853"/>
            <a:chOff x="1327675" y="1828428"/>
            <a:chExt cx="6488675" cy="825360"/>
          </a:xfrm>
        </p:grpSpPr>
        <p:grpSp>
          <p:nvGrpSpPr>
            <p:cNvPr id="14" name="Google Shape;954;p49"/>
            <p:cNvGrpSpPr/>
            <p:nvPr/>
          </p:nvGrpSpPr>
          <p:grpSpPr>
            <a:xfrm>
              <a:off x="1327675" y="1828428"/>
              <a:ext cx="566850" cy="825360"/>
              <a:chOff x="1168550" y="1865650"/>
              <a:chExt cx="566850" cy="825360"/>
            </a:xfrm>
          </p:grpSpPr>
          <p:sp>
            <p:nvSpPr>
              <p:cNvPr id="36" name="Google Shape;955;p49"/>
              <p:cNvSpPr/>
              <p:nvPr/>
            </p:nvSpPr>
            <p:spPr>
              <a:xfrm>
                <a:off x="1168550" y="2236976"/>
                <a:ext cx="494807" cy="454035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13602" extrusionOk="0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56;p49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6320" fill="none" extrusionOk="0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57;p49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26490" extrusionOk="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" name="Google Shape;958;p49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40" name="Google Shape;959;p49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" h="6362" extrusionOk="0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960;p49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" h="1863" extrusionOk="0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" name="Google Shape;969;p49"/>
            <p:cNvGrpSpPr/>
            <p:nvPr/>
          </p:nvGrpSpPr>
          <p:grpSpPr>
            <a:xfrm>
              <a:off x="3301600" y="1828428"/>
              <a:ext cx="566850" cy="825348"/>
              <a:chOff x="1168550" y="1865650"/>
              <a:chExt cx="566850" cy="825348"/>
            </a:xfrm>
          </p:grpSpPr>
          <p:sp>
            <p:nvSpPr>
              <p:cNvPr id="30" name="Google Shape;970;p49"/>
              <p:cNvSpPr/>
              <p:nvPr/>
            </p:nvSpPr>
            <p:spPr>
              <a:xfrm>
                <a:off x="1168550" y="2028750"/>
                <a:ext cx="494807" cy="662247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13602" extrusionOk="0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71;p49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6320" fill="none" extrusionOk="0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72;p49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26490" extrusionOk="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" name="Google Shape;973;p49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34" name="Google Shape;974;p49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" h="6362" extrusionOk="0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975;p49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" h="1863" extrusionOk="0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" name="Google Shape;976;p49"/>
            <p:cNvGrpSpPr/>
            <p:nvPr/>
          </p:nvGrpSpPr>
          <p:grpSpPr>
            <a:xfrm>
              <a:off x="5275525" y="1828428"/>
              <a:ext cx="566850" cy="825346"/>
              <a:chOff x="1168550" y="1865650"/>
              <a:chExt cx="566850" cy="825346"/>
            </a:xfrm>
          </p:grpSpPr>
          <p:sp>
            <p:nvSpPr>
              <p:cNvPr id="24" name="Google Shape;977;p49"/>
              <p:cNvSpPr/>
              <p:nvPr/>
            </p:nvSpPr>
            <p:spPr>
              <a:xfrm>
                <a:off x="1168550" y="2375226"/>
                <a:ext cx="494807" cy="315770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13602" extrusionOk="0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78;p49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6320" fill="none" extrusionOk="0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79;p49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26490" extrusionOk="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" name="Google Shape;980;p49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28" name="Google Shape;981;p49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" h="6362" extrusionOk="0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982;p49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" h="1863" extrusionOk="0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" name="Google Shape;983;p49"/>
            <p:cNvGrpSpPr/>
            <p:nvPr/>
          </p:nvGrpSpPr>
          <p:grpSpPr>
            <a:xfrm>
              <a:off x="7249500" y="1828428"/>
              <a:ext cx="566850" cy="825354"/>
              <a:chOff x="1168550" y="1865650"/>
              <a:chExt cx="566850" cy="825354"/>
            </a:xfrm>
          </p:grpSpPr>
          <p:sp>
            <p:nvSpPr>
              <p:cNvPr id="18" name="Google Shape;984;p49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13602" extrusionOk="0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85;p49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6320" fill="none" extrusionOk="0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86;p49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26490" extrusionOk="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" name="Google Shape;987;p49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22" name="Google Shape;988;p49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" h="6362" extrusionOk="0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989;p49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" h="1863" extrusionOk="0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5"/>
          <p:cNvSpPr txBox="1">
            <a:spLocks noGrp="1"/>
          </p:cNvSpPr>
          <p:nvPr>
            <p:ph type="title"/>
          </p:nvPr>
        </p:nvSpPr>
        <p:spPr>
          <a:xfrm>
            <a:off x="838200" y="1198250"/>
            <a:ext cx="3241200" cy="27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dirty="0" smtClean="0"/>
              <a:t>Thank</a:t>
            </a:r>
            <a:br>
              <a:rPr lang="en-GB" sz="6000" dirty="0" smtClean="0"/>
            </a:br>
            <a:r>
              <a:rPr lang="en-GB" sz="6000" dirty="0" smtClean="0"/>
              <a:t>You</a:t>
            </a:r>
            <a:endParaRPr sz="6000" u="none" dirty="0"/>
          </a:p>
        </p:txBody>
      </p:sp>
      <p:grpSp>
        <p:nvGrpSpPr>
          <p:cNvPr id="846" name="Google Shape;846;p45"/>
          <p:cNvGrpSpPr/>
          <p:nvPr/>
        </p:nvGrpSpPr>
        <p:grpSpPr>
          <a:xfrm>
            <a:off x="1723038" y="461093"/>
            <a:ext cx="397453" cy="397453"/>
            <a:chOff x="4062695" y="2782464"/>
            <a:chExt cx="389698" cy="389698"/>
          </a:xfrm>
        </p:grpSpPr>
        <p:sp>
          <p:nvSpPr>
            <p:cNvPr id="847" name="Google Shape;847;p45"/>
            <p:cNvSpPr/>
            <p:nvPr/>
          </p:nvSpPr>
          <p:spPr>
            <a:xfrm rot="-2700000">
              <a:off x="4207159" y="2971339"/>
              <a:ext cx="97581" cy="14806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5"/>
            <p:cNvSpPr/>
            <p:nvPr/>
          </p:nvSpPr>
          <p:spPr>
            <a:xfrm>
              <a:off x="4062695" y="2782464"/>
              <a:ext cx="389698" cy="389698"/>
            </a:xfrm>
            <a:custGeom>
              <a:avLst/>
              <a:gdLst/>
              <a:ahLst/>
              <a:cxnLst/>
              <a:rect l="l" t="t" r="r" b="b"/>
              <a:pathLst>
                <a:path w="10734" h="10734" extrusionOk="0">
                  <a:moveTo>
                    <a:pt x="3222" y="2783"/>
                  </a:moveTo>
                  <a:lnTo>
                    <a:pt x="4101" y="3683"/>
                  </a:lnTo>
                  <a:lnTo>
                    <a:pt x="3662" y="4122"/>
                  </a:lnTo>
                  <a:lnTo>
                    <a:pt x="2783" y="3243"/>
                  </a:lnTo>
                  <a:lnTo>
                    <a:pt x="3222" y="2783"/>
                  </a:lnTo>
                  <a:close/>
                  <a:moveTo>
                    <a:pt x="5001" y="3683"/>
                  </a:moveTo>
                  <a:lnTo>
                    <a:pt x="8118" y="6800"/>
                  </a:lnTo>
                  <a:lnTo>
                    <a:pt x="6779" y="8139"/>
                  </a:lnTo>
                  <a:lnTo>
                    <a:pt x="6340" y="7679"/>
                  </a:lnTo>
                  <a:lnTo>
                    <a:pt x="7009" y="7010"/>
                  </a:lnTo>
                  <a:lnTo>
                    <a:pt x="6549" y="6570"/>
                  </a:lnTo>
                  <a:lnTo>
                    <a:pt x="5880" y="7240"/>
                  </a:lnTo>
                  <a:lnTo>
                    <a:pt x="5440" y="6800"/>
                  </a:lnTo>
                  <a:lnTo>
                    <a:pt x="6110" y="6131"/>
                  </a:lnTo>
                  <a:lnTo>
                    <a:pt x="5670" y="5691"/>
                  </a:lnTo>
                  <a:lnTo>
                    <a:pt x="5001" y="6361"/>
                  </a:lnTo>
                  <a:lnTo>
                    <a:pt x="4561" y="5901"/>
                  </a:lnTo>
                  <a:lnTo>
                    <a:pt x="5231" y="5231"/>
                  </a:lnTo>
                  <a:lnTo>
                    <a:pt x="4771" y="4792"/>
                  </a:lnTo>
                  <a:lnTo>
                    <a:pt x="4101" y="5461"/>
                  </a:lnTo>
                  <a:lnTo>
                    <a:pt x="3662" y="5022"/>
                  </a:lnTo>
                  <a:lnTo>
                    <a:pt x="5001" y="3683"/>
                  </a:lnTo>
                  <a:close/>
                  <a:moveTo>
                    <a:pt x="8118" y="7679"/>
                  </a:moveTo>
                  <a:lnTo>
                    <a:pt x="9457" y="9018"/>
                  </a:lnTo>
                  <a:lnTo>
                    <a:pt x="8997" y="9458"/>
                  </a:lnTo>
                  <a:lnTo>
                    <a:pt x="7679" y="8139"/>
                  </a:lnTo>
                  <a:lnTo>
                    <a:pt x="8118" y="7679"/>
                  </a:lnTo>
                  <a:close/>
                  <a:moveTo>
                    <a:pt x="439" y="0"/>
                  </a:moveTo>
                  <a:lnTo>
                    <a:pt x="0" y="440"/>
                  </a:lnTo>
                  <a:lnTo>
                    <a:pt x="2343" y="2783"/>
                  </a:lnTo>
                  <a:lnTo>
                    <a:pt x="1883" y="3222"/>
                  </a:lnTo>
                  <a:lnTo>
                    <a:pt x="3222" y="4561"/>
                  </a:lnTo>
                  <a:lnTo>
                    <a:pt x="2783" y="5001"/>
                  </a:lnTo>
                  <a:lnTo>
                    <a:pt x="6340" y="8579"/>
                  </a:lnTo>
                  <a:lnTo>
                    <a:pt x="5566" y="9353"/>
                  </a:lnTo>
                  <a:lnTo>
                    <a:pt x="6005" y="9792"/>
                  </a:lnTo>
                  <a:lnTo>
                    <a:pt x="7240" y="8579"/>
                  </a:lnTo>
                  <a:lnTo>
                    <a:pt x="8558" y="9897"/>
                  </a:lnTo>
                  <a:lnTo>
                    <a:pt x="8181" y="10274"/>
                  </a:lnTo>
                  <a:lnTo>
                    <a:pt x="8621" y="10734"/>
                  </a:lnTo>
                  <a:lnTo>
                    <a:pt x="10734" y="8621"/>
                  </a:lnTo>
                  <a:lnTo>
                    <a:pt x="10274" y="8202"/>
                  </a:lnTo>
                  <a:lnTo>
                    <a:pt x="9897" y="8579"/>
                  </a:lnTo>
                  <a:lnTo>
                    <a:pt x="8558" y="7240"/>
                  </a:lnTo>
                  <a:lnTo>
                    <a:pt x="9792" y="6026"/>
                  </a:lnTo>
                  <a:lnTo>
                    <a:pt x="9332" y="5587"/>
                  </a:lnTo>
                  <a:lnTo>
                    <a:pt x="8558" y="6361"/>
                  </a:lnTo>
                  <a:lnTo>
                    <a:pt x="5001" y="2783"/>
                  </a:lnTo>
                  <a:lnTo>
                    <a:pt x="4561" y="3222"/>
                  </a:lnTo>
                  <a:lnTo>
                    <a:pt x="3222" y="1904"/>
                  </a:lnTo>
                  <a:lnTo>
                    <a:pt x="2783" y="2344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45"/>
          <p:cNvGrpSpPr/>
          <p:nvPr/>
        </p:nvGrpSpPr>
        <p:grpSpPr>
          <a:xfrm>
            <a:off x="2260078" y="461093"/>
            <a:ext cx="397453" cy="397453"/>
            <a:chOff x="4062695" y="2782464"/>
            <a:chExt cx="389698" cy="389698"/>
          </a:xfrm>
        </p:grpSpPr>
        <p:sp>
          <p:nvSpPr>
            <p:cNvPr id="850" name="Google Shape;850;p45"/>
            <p:cNvSpPr/>
            <p:nvPr/>
          </p:nvSpPr>
          <p:spPr>
            <a:xfrm rot="-2700000">
              <a:off x="4207159" y="2971339"/>
              <a:ext cx="97581" cy="14806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5"/>
            <p:cNvSpPr/>
            <p:nvPr/>
          </p:nvSpPr>
          <p:spPr>
            <a:xfrm>
              <a:off x="4062695" y="2782464"/>
              <a:ext cx="389698" cy="389698"/>
            </a:xfrm>
            <a:custGeom>
              <a:avLst/>
              <a:gdLst/>
              <a:ahLst/>
              <a:cxnLst/>
              <a:rect l="l" t="t" r="r" b="b"/>
              <a:pathLst>
                <a:path w="10734" h="10734" extrusionOk="0">
                  <a:moveTo>
                    <a:pt x="3222" y="2783"/>
                  </a:moveTo>
                  <a:lnTo>
                    <a:pt x="4101" y="3683"/>
                  </a:lnTo>
                  <a:lnTo>
                    <a:pt x="3662" y="4122"/>
                  </a:lnTo>
                  <a:lnTo>
                    <a:pt x="2783" y="3243"/>
                  </a:lnTo>
                  <a:lnTo>
                    <a:pt x="3222" y="2783"/>
                  </a:lnTo>
                  <a:close/>
                  <a:moveTo>
                    <a:pt x="5001" y="3683"/>
                  </a:moveTo>
                  <a:lnTo>
                    <a:pt x="8118" y="6800"/>
                  </a:lnTo>
                  <a:lnTo>
                    <a:pt x="6779" y="8139"/>
                  </a:lnTo>
                  <a:lnTo>
                    <a:pt x="6340" y="7679"/>
                  </a:lnTo>
                  <a:lnTo>
                    <a:pt x="7009" y="7010"/>
                  </a:lnTo>
                  <a:lnTo>
                    <a:pt x="6549" y="6570"/>
                  </a:lnTo>
                  <a:lnTo>
                    <a:pt x="5880" y="7240"/>
                  </a:lnTo>
                  <a:lnTo>
                    <a:pt x="5440" y="6800"/>
                  </a:lnTo>
                  <a:lnTo>
                    <a:pt x="6110" y="6131"/>
                  </a:lnTo>
                  <a:lnTo>
                    <a:pt x="5670" y="5691"/>
                  </a:lnTo>
                  <a:lnTo>
                    <a:pt x="5001" y="6361"/>
                  </a:lnTo>
                  <a:lnTo>
                    <a:pt x="4561" y="5901"/>
                  </a:lnTo>
                  <a:lnTo>
                    <a:pt x="5231" y="5231"/>
                  </a:lnTo>
                  <a:lnTo>
                    <a:pt x="4771" y="4792"/>
                  </a:lnTo>
                  <a:lnTo>
                    <a:pt x="4101" y="5461"/>
                  </a:lnTo>
                  <a:lnTo>
                    <a:pt x="3662" y="5022"/>
                  </a:lnTo>
                  <a:lnTo>
                    <a:pt x="5001" y="3683"/>
                  </a:lnTo>
                  <a:close/>
                  <a:moveTo>
                    <a:pt x="8118" y="7679"/>
                  </a:moveTo>
                  <a:lnTo>
                    <a:pt x="9457" y="9018"/>
                  </a:lnTo>
                  <a:lnTo>
                    <a:pt x="8997" y="9458"/>
                  </a:lnTo>
                  <a:lnTo>
                    <a:pt x="7679" y="8139"/>
                  </a:lnTo>
                  <a:lnTo>
                    <a:pt x="8118" y="7679"/>
                  </a:lnTo>
                  <a:close/>
                  <a:moveTo>
                    <a:pt x="439" y="0"/>
                  </a:moveTo>
                  <a:lnTo>
                    <a:pt x="0" y="440"/>
                  </a:lnTo>
                  <a:lnTo>
                    <a:pt x="2343" y="2783"/>
                  </a:lnTo>
                  <a:lnTo>
                    <a:pt x="1883" y="3222"/>
                  </a:lnTo>
                  <a:lnTo>
                    <a:pt x="3222" y="4561"/>
                  </a:lnTo>
                  <a:lnTo>
                    <a:pt x="2783" y="5001"/>
                  </a:lnTo>
                  <a:lnTo>
                    <a:pt x="6340" y="8579"/>
                  </a:lnTo>
                  <a:lnTo>
                    <a:pt x="5566" y="9353"/>
                  </a:lnTo>
                  <a:lnTo>
                    <a:pt x="6005" y="9792"/>
                  </a:lnTo>
                  <a:lnTo>
                    <a:pt x="7240" y="8579"/>
                  </a:lnTo>
                  <a:lnTo>
                    <a:pt x="8558" y="9897"/>
                  </a:lnTo>
                  <a:lnTo>
                    <a:pt x="8181" y="10274"/>
                  </a:lnTo>
                  <a:lnTo>
                    <a:pt x="8621" y="10734"/>
                  </a:lnTo>
                  <a:lnTo>
                    <a:pt x="10734" y="8621"/>
                  </a:lnTo>
                  <a:lnTo>
                    <a:pt x="10274" y="8202"/>
                  </a:lnTo>
                  <a:lnTo>
                    <a:pt x="9897" y="8579"/>
                  </a:lnTo>
                  <a:lnTo>
                    <a:pt x="8558" y="7240"/>
                  </a:lnTo>
                  <a:lnTo>
                    <a:pt x="9792" y="6026"/>
                  </a:lnTo>
                  <a:lnTo>
                    <a:pt x="9332" y="5587"/>
                  </a:lnTo>
                  <a:lnTo>
                    <a:pt x="8558" y="6361"/>
                  </a:lnTo>
                  <a:lnTo>
                    <a:pt x="5001" y="2783"/>
                  </a:lnTo>
                  <a:lnTo>
                    <a:pt x="4561" y="3222"/>
                  </a:lnTo>
                  <a:lnTo>
                    <a:pt x="3222" y="1904"/>
                  </a:lnTo>
                  <a:lnTo>
                    <a:pt x="2783" y="2344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2" name="Google Shape;852;p45"/>
          <p:cNvGrpSpPr/>
          <p:nvPr/>
        </p:nvGrpSpPr>
        <p:grpSpPr>
          <a:xfrm>
            <a:off x="2797119" y="461093"/>
            <a:ext cx="397453" cy="397453"/>
            <a:chOff x="4062695" y="2782464"/>
            <a:chExt cx="389698" cy="389698"/>
          </a:xfrm>
        </p:grpSpPr>
        <p:sp>
          <p:nvSpPr>
            <p:cNvPr id="853" name="Google Shape;853;p45"/>
            <p:cNvSpPr/>
            <p:nvPr/>
          </p:nvSpPr>
          <p:spPr>
            <a:xfrm rot="-2700000">
              <a:off x="4207159" y="2971339"/>
              <a:ext cx="97581" cy="14806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5"/>
            <p:cNvSpPr/>
            <p:nvPr/>
          </p:nvSpPr>
          <p:spPr>
            <a:xfrm>
              <a:off x="4062695" y="2782464"/>
              <a:ext cx="389698" cy="389698"/>
            </a:xfrm>
            <a:custGeom>
              <a:avLst/>
              <a:gdLst/>
              <a:ahLst/>
              <a:cxnLst/>
              <a:rect l="l" t="t" r="r" b="b"/>
              <a:pathLst>
                <a:path w="10734" h="10734" extrusionOk="0">
                  <a:moveTo>
                    <a:pt x="3222" y="2783"/>
                  </a:moveTo>
                  <a:lnTo>
                    <a:pt x="4101" y="3683"/>
                  </a:lnTo>
                  <a:lnTo>
                    <a:pt x="3662" y="4122"/>
                  </a:lnTo>
                  <a:lnTo>
                    <a:pt x="2783" y="3243"/>
                  </a:lnTo>
                  <a:lnTo>
                    <a:pt x="3222" y="2783"/>
                  </a:lnTo>
                  <a:close/>
                  <a:moveTo>
                    <a:pt x="5001" y="3683"/>
                  </a:moveTo>
                  <a:lnTo>
                    <a:pt x="8118" y="6800"/>
                  </a:lnTo>
                  <a:lnTo>
                    <a:pt x="6779" y="8139"/>
                  </a:lnTo>
                  <a:lnTo>
                    <a:pt x="6340" y="7679"/>
                  </a:lnTo>
                  <a:lnTo>
                    <a:pt x="7009" y="7010"/>
                  </a:lnTo>
                  <a:lnTo>
                    <a:pt x="6549" y="6570"/>
                  </a:lnTo>
                  <a:lnTo>
                    <a:pt x="5880" y="7240"/>
                  </a:lnTo>
                  <a:lnTo>
                    <a:pt x="5440" y="6800"/>
                  </a:lnTo>
                  <a:lnTo>
                    <a:pt x="6110" y="6131"/>
                  </a:lnTo>
                  <a:lnTo>
                    <a:pt x="5670" y="5691"/>
                  </a:lnTo>
                  <a:lnTo>
                    <a:pt x="5001" y="6361"/>
                  </a:lnTo>
                  <a:lnTo>
                    <a:pt x="4561" y="5901"/>
                  </a:lnTo>
                  <a:lnTo>
                    <a:pt x="5231" y="5231"/>
                  </a:lnTo>
                  <a:lnTo>
                    <a:pt x="4771" y="4792"/>
                  </a:lnTo>
                  <a:lnTo>
                    <a:pt x="4101" y="5461"/>
                  </a:lnTo>
                  <a:lnTo>
                    <a:pt x="3662" y="5022"/>
                  </a:lnTo>
                  <a:lnTo>
                    <a:pt x="5001" y="3683"/>
                  </a:lnTo>
                  <a:close/>
                  <a:moveTo>
                    <a:pt x="8118" y="7679"/>
                  </a:moveTo>
                  <a:lnTo>
                    <a:pt x="9457" y="9018"/>
                  </a:lnTo>
                  <a:lnTo>
                    <a:pt x="8997" y="9458"/>
                  </a:lnTo>
                  <a:lnTo>
                    <a:pt x="7679" y="8139"/>
                  </a:lnTo>
                  <a:lnTo>
                    <a:pt x="8118" y="7679"/>
                  </a:lnTo>
                  <a:close/>
                  <a:moveTo>
                    <a:pt x="439" y="0"/>
                  </a:moveTo>
                  <a:lnTo>
                    <a:pt x="0" y="440"/>
                  </a:lnTo>
                  <a:lnTo>
                    <a:pt x="2343" y="2783"/>
                  </a:lnTo>
                  <a:lnTo>
                    <a:pt x="1883" y="3222"/>
                  </a:lnTo>
                  <a:lnTo>
                    <a:pt x="3222" y="4561"/>
                  </a:lnTo>
                  <a:lnTo>
                    <a:pt x="2783" y="5001"/>
                  </a:lnTo>
                  <a:lnTo>
                    <a:pt x="6340" y="8579"/>
                  </a:lnTo>
                  <a:lnTo>
                    <a:pt x="5566" y="9353"/>
                  </a:lnTo>
                  <a:lnTo>
                    <a:pt x="6005" y="9792"/>
                  </a:lnTo>
                  <a:lnTo>
                    <a:pt x="7240" y="8579"/>
                  </a:lnTo>
                  <a:lnTo>
                    <a:pt x="8558" y="9897"/>
                  </a:lnTo>
                  <a:lnTo>
                    <a:pt x="8181" y="10274"/>
                  </a:lnTo>
                  <a:lnTo>
                    <a:pt x="8621" y="10734"/>
                  </a:lnTo>
                  <a:lnTo>
                    <a:pt x="10734" y="8621"/>
                  </a:lnTo>
                  <a:lnTo>
                    <a:pt x="10274" y="8202"/>
                  </a:lnTo>
                  <a:lnTo>
                    <a:pt x="9897" y="8579"/>
                  </a:lnTo>
                  <a:lnTo>
                    <a:pt x="8558" y="7240"/>
                  </a:lnTo>
                  <a:lnTo>
                    <a:pt x="9792" y="6026"/>
                  </a:lnTo>
                  <a:lnTo>
                    <a:pt x="9332" y="5587"/>
                  </a:lnTo>
                  <a:lnTo>
                    <a:pt x="8558" y="6361"/>
                  </a:lnTo>
                  <a:lnTo>
                    <a:pt x="5001" y="2783"/>
                  </a:lnTo>
                  <a:lnTo>
                    <a:pt x="4561" y="3222"/>
                  </a:lnTo>
                  <a:lnTo>
                    <a:pt x="3222" y="1904"/>
                  </a:lnTo>
                  <a:lnTo>
                    <a:pt x="2783" y="2344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ood Transfusion Center by Slidesgo">
  <a:themeElements>
    <a:clrScheme name="Simple Light">
      <a:dk1>
        <a:srgbClr val="000000"/>
      </a:dk1>
      <a:lt1>
        <a:srgbClr val="EFEFEF"/>
      </a:lt1>
      <a:dk2>
        <a:srgbClr val="EFEFEF"/>
      </a:dk2>
      <a:lt2>
        <a:srgbClr val="B20909"/>
      </a:lt2>
      <a:accent1>
        <a:srgbClr val="850707"/>
      </a:accent1>
      <a:accent2>
        <a:srgbClr val="B20909"/>
      </a:accent2>
      <a:accent3>
        <a:srgbClr val="B20909"/>
      </a:accent3>
      <a:accent4>
        <a:srgbClr val="EFEFEF"/>
      </a:accent4>
      <a:accent5>
        <a:srgbClr val="EFEFEF"/>
      </a:accent5>
      <a:accent6>
        <a:srgbClr val="FFFFFF"/>
      </a:accent6>
      <a:hlink>
        <a:srgbClr val="5555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1170</Words>
  <Application>Microsoft Office PowerPoint</Application>
  <PresentationFormat>On-screen Show (16:9)</PresentationFormat>
  <Paragraphs>347</Paragraphs>
  <Slides>36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 Black</vt:lpstr>
      <vt:lpstr>Calibri</vt:lpstr>
      <vt:lpstr>Karla</vt:lpstr>
      <vt:lpstr>Times New Roman</vt:lpstr>
      <vt:lpstr>Wingdings</vt:lpstr>
      <vt:lpstr>Rajdhani</vt:lpstr>
      <vt:lpstr>Poppins</vt:lpstr>
      <vt:lpstr>Arial</vt:lpstr>
      <vt:lpstr>Blood Transfusion Center by Slidesgo</vt:lpstr>
      <vt:lpstr>BloodLink – AI-Based Blood Donor Matching System</vt:lpstr>
      <vt:lpstr>Team &amp; Roles</vt:lpstr>
      <vt:lpstr>Problem Statement</vt:lpstr>
      <vt:lpstr>  The Solution: BloodLink Ecosystem </vt:lpstr>
      <vt:lpstr>Business Description</vt:lpstr>
      <vt:lpstr>Description of Industry</vt:lpstr>
      <vt:lpstr>Future outlook and trends of the Industry</vt:lpstr>
      <vt:lpstr>Trends and market forecasts</vt:lpstr>
      <vt:lpstr>Technology Plan </vt:lpstr>
      <vt:lpstr>Technology Architecture</vt:lpstr>
      <vt:lpstr>PowerPoint Presentation</vt:lpstr>
      <vt:lpstr>PRICING TIERS</vt:lpstr>
      <vt:lpstr>Donar Mobile App</vt:lpstr>
      <vt:lpstr>Donar Mobile App</vt:lpstr>
      <vt:lpstr>BloodLink vs. Existing Systems</vt:lpstr>
      <vt:lpstr>Commercialization Requirements</vt:lpstr>
      <vt:lpstr>Marketing Plan – Overview</vt:lpstr>
      <vt:lpstr>Market Segment</vt:lpstr>
      <vt:lpstr>Pricing</vt:lpstr>
      <vt:lpstr>Distribution</vt:lpstr>
      <vt:lpstr>Promotion </vt:lpstr>
      <vt:lpstr>Product or Service</vt:lpstr>
      <vt:lpstr>Financial Plan – Overview</vt:lpstr>
      <vt:lpstr>PowerPoint Presentation</vt:lpstr>
      <vt:lpstr>Revenue Model</vt:lpstr>
      <vt:lpstr>Hospital Subscription Plans (B2B Revenue Model)</vt:lpstr>
      <vt:lpstr>Cost Structure</vt:lpstr>
      <vt:lpstr>5-Year Operating Expenses &amp; Net Income</vt:lpstr>
      <vt:lpstr>Pro Forma Financials (Summary)</vt:lpstr>
      <vt:lpstr>5-Year Revenue Forecast</vt:lpstr>
      <vt:lpstr>Operational Plan</vt:lpstr>
      <vt:lpstr>Operational Workflow</vt:lpstr>
      <vt:lpstr>Organizational Plan</vt:lpstr>
      <vt:lpstr>Business Model Canvas</vt:lpstr>
      <vt:lpstr>Conclusion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BloodLink – AI-Based Blood Donor Matching System</dc:title>
  <dc:creator/>
  <cp:lastModifiedBy>DELL</cp:lastModifiedBy>
  <cp:revision>118</cp:revision>
  <dcterms:created xsi:type="dcterms:W3CDTF">2025-12-04T15:54:00Z</dcterms:created>
  <dcterms:modified xsi:type="dcterms:W3CDTF">2025-12-09T06:15:03Z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E99A3A71DCE64F8DA0D3CCEDF4B8072B_12</vt:lpwstr>
  </property>
  <property fmtid="{D5CDD505-2E9C-101B-9397-08002B2CF9AE}" pid="3" name="KSOProductBuildVer">
    <vt:lpwstr>1033-12.2.0.23155</vt:lpwstr>
  </property>
</Properties>
</file>